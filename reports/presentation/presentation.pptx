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301" r:id="rId4"/>
    <p:sldId id="289" r:id="rId5"/>
    <p:sldId id="260" r:id="rId6"/>
    <p:sldId id="261" r:id="rId7"/>
    <p:sldId id="293" r:id="rId8"/>
    <p:sldId id="295" r:id="rId9"/>
    <p:sldId id="298" r:id="rId10"/>
    <p:sldId id="286" r:id="rId11"/>
    <p:sldId id="305" r:id="rId12"/>
    <p:sldId id="268" r:id="rId13"/>
    <p:sldId id="303" r:id="rId14"/>
    <p:sldId id="304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A44FE15-2D23-B30E-7870-7250CFCCB952}" name="GIULIA GARAGOZZO" initials="GG" userId="S::giulia.garagozzo@upm.es::82ae6a9a-1cee-43cd-9001-ef6c7001142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2D81A-0C11-8848-2DFC-FE8608E16A4C}" v="102" dt="2026-10-29T21:26:38.554"/>
    <p1510:client id="{DA2065FB-3C0E-49E1-B89B-51E3A28B1022}" v="55" dt="2026-10-29T21:36:38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lia Garagozzo" userId="c9028790ab8691d2" providerId="LiveId" clId="{5DD015B5-7C25-4975-AAA6-10CC75E19C6E}"/>
    <pc:docChg chg="custSel modSld">
      <pc:chgData name="Giulia Garagozzo" userId="c9028790ab8691d2" providerId="LiveId" clId="{5DD015B5-7C25-4975-AAA6-10CC75E19C6E}" dt="2026-10-29T14:55:18.809" v="3"/>
      <pc:docMkLst>
        <pc:docMk/>
      </pc:docMkLst>
      <pc:sldChg chg="delSp modSp mod">
        <pc:chgData name="Giulia Garagozzo" userId="c9028790ab8691d2" providerId="LiveId" clId="{5DD015B5-7C25-4975-AAA6-10CC75E19C6E}" dt="2026-10-29T14:55:18.809" v="3"/>
        <pc:sldMkLst>
          <pc:docMk/>
          <pc:sldMk cId="0" sldId="270"/>
        </pc:sldMkLst>
        <pc:spChg chg="mod">
          <ac:chgData name="Giulia Garagozzo" userId="c9028790ab8691d2" providerId="LiveId" clId="{5DD015B5-7C25-4975-AAA6-10CC75E19C6E}" dt="2026-10-29T14:55:18.809" v="3"/>
          <ac:spMkLst>
            <pc:docMk/>
            <pc:sldMk cId="0" sldId="270"/>
            <ac:spMk id="14" creationId="{00000000-0000-0000-0000-000000000000}"/>
          </ac:spMkLst>
        </pc:spChg>
        <pc:spChg chg="del">
          <ac:chgData name="Giulia Garagozzo" userId="c9028790ab8691d2" providerId="LiveId" clId="{5DD015B5-7C25-4975-AAA6-10CC75E19C6E}" dt="2026-10-29T14:55:18.788" v="0"/>
          <ac:spMkLst>
            <pc:docMk/>
            <pc:sldMk cId="0" sldId="270"/>
            <ac:spMk id="15" creationId="{00000000-0000-0000-0000-000000000000}"/>
          </ac:spMkLst>
        </pc:spChg>
        <pc:spChg chg="del">
          <ac:chgData name="Giulia Garagozzo" userId="c9028790ab8691d2" providerId="LiveId" clId="{5DD015B5-7C25-4975-AAA6-10CC75E19C6E}" dt="2026-10-29T14:55:18.789" v="1"/>
          <ac:spMkLst>
            <pc:docMk/>
            <pc:sldMk cId="0" sldId="270"/>
            <ac:spMk id="16" creationId="{00000000-0000-0000-0000-000000000000}"/>
          </ac:spMkLst>
        </pc:spChg>
        <pc:picChg chg="mod">
          <ac:chgData name="Giulia Garagozzo" userId="c9028790ab8691d2" providerId="LiveId" clId="{5DD015B5-7C25-4975-AAA6-10CC75E19C6E}" dt="2026-10-29T14:55:18.809" v="2"/>
          <ac:picMkLst>
            <pc:docMk/>
            <pc:sldMk cId="0" sldId="270"/>
            <ac:picMk id="13" creationId="{00000000-0000-0000-0000-000000000000}"/>
          </ac:picMkLst>
        </pc:picChg>
      </pc:sldChg>
    </pc:docChg>
  </pc:docChgLst>
  <pc:docChgLst>
    <pc:chgData name="GIULIA GARAGOZZO" userId="82ae6a9a-1cee-43cd-9001-ef6c7001142b" providerId="ADAL" clId="{5DD015B5-7C25-4975-AAA6-10CC75E19C6E}"/>
    <pc:docChg chg="undo custSel addSld delSld modSld delSection modSection">
      <pc:chgData name="GIULIA GARAGOZZO" userId="82ae6a9a-1cee-43cd-9001-ef6c7001142b" providerId="ADAL" clId="{5DD015B5-7C25-4975-AAA6-10CC75E19C6E}" dt="2026-10-29T21:36:38.362" v="481" actId="20577"/>
      <pc:docMkLst>
        <pc:docMk/>
      </pc:docMkLst>
      <pc:sldChg chg="modSp mod">
        <pc:chgData name="GIULIA GARAGOZZO" userId="82ae6a9a-1cee-43cd-9001-ef6c7001142b" providerId="ADAL" clId="{5DD015B5-7C25-4975-AAA6-10CC75E19C6E}" dt="2026-10-29T16:15:32.249" v="286" actId="1036"/>
        <pc:sldMkLst>
          <pc:docMk/>
          <pc:sldMk cId="0" sldId="256"/>
        </pc:sldMkLst>
        <pc:spChg chg="mod">
          <ac:chgData name="GIULIA GARAGOZZO" userId="82ae6a9a-1cee-43cd-9001-ef6c7001142b" providerId="ADAL" clId="{5DD015B5-7C25-4975-AAA6-10CC75E19C6E}" dt="2026-10-29T16:15:14.962" v="268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6:15:02.849" v="263" actId="20577"/>
          <ac:spMkLst>
            <pc:docMk/>
            <pc:sldMk cId="0" sldId="256"/>
            <ac:spMk id="5" creationId="{00000000-0000-0000-0000-000000000000}"/>
          </ac:spMkLst>
        </pc:spChg>
        <pc:picChg chg="mod">
          <ac:chgData name="GIULIA GARAGOZZO" userId="82ae6a9a-1cee-43cd-9001-ef6c7001142b" providerId="ADAL" clId="{5DD015B5-7C25-4975-AAA6-10CC75E19C6E}" dt="2026-10-29T16:15:32.249" v="286" actId="1036"/>
          <ac:picMkLst>
            <pc:docMk/>
            <pc:sldMk cId="0" sldId="256"/>
            <ac:picMk id="12" creationId="{00000000-0000-0000-0000-000000000000}"/>
          </ac:picMkLst>
        </pc:picChg>
      </pc:sldChg>
      <pc:sldChg chg="addSp delSp modSp mod">
        <pc:chgData name="GIULIA GARAGOZZO" userId="82ae6a9a-1cee-43cd-9001-ef6c7001142b" providerId="ADAL" clId="{5DD015B5-7C25-4975-AAA6-10CC75E19C6E}" dt="2026-10-29T16:19:22.862" v="324" actId="20577"/>
        <pc:sldMkLst>
          <pc:docMk/>
          <pc:sldMk cId="0" sldId="257"/>
        </pc:sldMkLst>
        <pc:spChg chg="mod">
          <ac:chgData name="GIULIA GARAGOZZO" userId="82ae6a9a-1cee-43cd-9001-ef6c7001142b" providerId="ADAL" clId="{5DD015B5-7C25-4975-AAA6-10CC75E19C6E}" dt="2026-10-29T16:19:22.862" v="32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6:17:10.446" v="294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6:17:25.734" v="30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6:17:31.964" v="303" actId="403"/>
          <ac:spMkLst>
            <pc:docMk/>
            <pc:sldMk cId="0" sldId="257"/>
            <ac:spMk id="17" creationId="{00000000-0000-0000-0000-000000000000}"/>
          </ac:spMkLst>
        </pc:spChg>
        <pc:spChg chg="add del mod">
          <ac:chgData name="GIULIA GARAGOZZO" userId="82ae6a9a-1cee-43cd-9001-ef6c7001142b" providerId="ADAL" clId="{5DD015B5-7C25-4975-AAA6-10CC75E19C6E}" dt="2026-10-29T16:17:00.552" v="289"/>
          <ac:spMkLst>
            <pc:docMk/>
            <pc:sldMk cId="0" sldId="257"/>
            <ac:spMk id="18" creationId="{92378DF0-D018-6AA0-CFD8-C5F45BF97727}"/>
          </ac:spMkLst>
        </pc:spChg>
        <pc:spChg chg="add del mod">
          <ac:chgData name="GIULIA GARAGOZZO" userId="82ae6a9a-1cee-43cd-9001-ef6c7001142b" providerId="ADAL" clId="{5DD015B5-7C25-4975-AAA6-10CC75E19C6E}" dt="2026-10-29T16:17:02.499" v="292"/>
          <ac:spMkLst>
            <pc:docMk/>
            <pc:sldMk cId="0" sldId="257"/>
            <ac:spMk id="19" creationId="{357F1D57-5FB4-3784-D710-2A3C5363FE44}"/>
          </ac:spMkLst>
        </pc:spChg>
      </pc:sldChg>
      <pc:sldChg chg="modSp del mod">
        <pc:chgData name="GIULIA GARAGOZZO" userId="82ae6a9a-1cee-43cd-9001-ef6c7001142b" providerId="ADAL" clId="{5DD015B5-7C25-4975-AAA6-10CC75E19C6E}" dt="2026-10-29T15:26:06.953" v="124"/>
        <pc:sldMkLst>
          <pc:docMk/>
          <pc:sldMk cId="0" sldId="258"/>
        </pc:sldMkLst>
        <pc:spChg chg="mod">
          <ac:chgData name="GIULIA GARAGOZZO" userId="82ae6a9a-1cee-43cd-9001-ef6c7001142b" providerId="ADAL" clId="{5DD015B5-7C25-4975-AAA6-10CC75E19C6E}" dt="2026-10-29T15:05:16.387" v="9" actId="13926"/>
          <ac:spMkLst>
            <pc:docMk/>
            <pc:sldMk cId="0" sldId="258"/>
            <ac:spMk id="3" creationId="{00000000-0000-0000-0000-000000000000}"/>
          </ac:spMkLst>
        </pc:spChg>
      </pc:sldChg>
      <pc:sldChg chg="del">
        <pc:chgData name="GIULIA GARAGOZZO" userId="82ae6a9a-1cee-43cd-9001-ef6c7001142b" providerId="ADAL" clId="{5DD015B5-7C25-4975-AAA6-10CC75E19C6E}" dt="2026-10-29T15:15:15.585" v="102"/>
        <pc:sldMkLst>
          <pc:docMk/>
          <pc:sldMk cId="0" sldId="259"/>
        </pc:sldMkLst>
      </pc:sldChg>
      <pc:sldChg chg="delSp modSp mod">
        <pc:chgData name="GIULIA GARAGOZZO" userId="82ae6a9a-1cee-43cd-9001-ef6c7001142b" providerId="ADAL" clId="{5DD015B5-7C25-4975-AAA6-10CC75E19C6E}" dt="2026-10-29T15:06:18.763" v="26" actId="1036"/>
        <pc:sldMkLst>
          <pc:docMk/>
          <pc:sldMk cId="0" sldId="260"/>
        </pc:sldMkLst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5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9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15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16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26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31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33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06:18.763" v="26" actId="1036"/>
          <ac:spMkLst>
            <pc:docMk/>
            <pc:sldMk cId="0" sldId="260"/>
            <ac:spMk id="36" creationId="{00000000-0000-0000-0000-000000000000}"/>
          </ac:spMkLst>
        </pc:spChg>
        <pc:spChg chg="del">
          <ac:chgData name="GIULIA GARAGOZZO" userId="82ae6a9a-1cee-43cd-9001-ef6c7001142b" providerId="ADAL" clId="{5DD015B5-7C25-4975-AAA6-10CC75E19C6E}" dt="2026-10-29T15:06:12.473" v="11" actId="478"/>
          <ac:spMkLst>
            <pc:docMk/>
            <pc:sldMk cId="0" sldId="260"/>
            <ac:spMk id="37" creationId="{00000000-0000-0000-0000-000000000000}"/>
          </ac:spMkLst>
        </pc:spChg>
        <pc:spChg chg="del">
          <ac:chgData name="GIULIA GARAGOZZO" userId="82ae6a9a-1cee-43cd-9001-ef6c7001142b" providerId="ADAL" clId="{5DD015B5-7C25-4975-AAA6-10CC75E19C6E}" dt="2026-10-29T15:06:11.100" v="10" actId="478"/>
          <ac:spMkLst>
            <pc:docMk/>
            <pc:sldMk cId="0" sldId="260"/>
            <ac:spMk id="38" creationId="{00000000-0000-0000-0000-000000000000}"/>
          </ac:spMkLst>
        </pc:spChg>
      </pc:sldChg>
      <pc:sldChg chg="modSp mod">
        <pc:chgData name="GIULIA GARAGOZZO" userId="82ae6a9a-1cee-43cd-9001-ef6c7001142b" providerId="ADAL" clId="{5DD015B5-7C25-4975-AAA6-10CC75E19C6E}" dt="2026-10-29T15:07:36.794" v="57" actId="20577"/>
        <pc:sldMkLst>
          <pc:docMk/>
          <pc:sldMk cId="0" sldId="261"/>
        </pc:sldMkLst>
        <pc:spChg chg="mod">
          <ac:chgData name="GIULIA GARAGOZZO" userId="82ae6a9a-1cee-43cd-9001-ef6c7001142b" providerId="ADAL" clId="{5DD015B5-7C25-4975-AAA6-10CC75E19C6E}" dt="2026-10-29T15:07:36.794" v="57" actId="20577"/>
          <ac:spMkLst>
            <pc:docMk/>
            <pc:sldMk cId="0" sldId="261"/>
            <ac:spMk id="20" creationId="{00000000-0000-0000-0000-000000000000}"/>
          </ac:spMkLst>
        </pc:spChg>
      </pc:sldChg>
      <pc:sldChg chg="del modNotesTx">
        <pc:chgData name="GIULIA GARAGOZZO" userId="82ae6a9a-1cee-43cd-9001-ef6c7001142b" providerId="ADAL" clId="{5DD015B5-7C25-4975-AAA6-10CC75E19C6E}" dt="2026-10-29T15:28:08.492" v="130"/>
        <pc:sldMkLst>
          <pc:docMk/>
          <pc:sldMk cId="0" sldId="262"/>
        </pc:sldMkLst>
      </pc:sldChg>
      <pc:sldChg chg="del">
        <pc:chgData name="GIULIA GARAGOZZO" userId="82ae6a9a-1cee-43cd-9001-ef6c7001142b" providerId="ADAL" clId="{5DD015B5-7C25-4975-AAA6-10CC75E19C6E}" dt="2026-10-29T15:27:18.136" v="128"/>
        <pc:sldMkLst>
          <pc:docMk/>
          <pc:sldMk cId="0" sldId="263"/>
        </pc:sldMkLst>
      </pc:sldChg>
      <pc:sldChg chg="del">
        <pc:chgData name="GIULIA GARAGOZZO" userId="82ae6a9a-1cee-43cd-9001-ef6c7001142b" providerId="ADAL" clId="{5DD015B5-7C25-4975-AAA6-10CC75E19C6E}" dt="2026-10-29T15:28:22.378" v="140"/>
        <pc:sldMkLst>
          <pc:docMk/>
          <pc:sldMk cId="0" sldId="264"/>
        </pc:sldMkLst>
      </pc:sldChg>
      <pc:sldChg chg="addSp modSp del">
        <pc:chgData name="GIULIA GARAGOZZO" userId="82ae6a9a-1cee-43cd-9001-ef6c7001142b" providerId="ADAL" clId="{5DD015B5-7C25-4975-AAA6-10CC75E19C6E}" dt="2026-10-29T15:22:23.152" v="107"/>
        <pc:sldMkLst>
          <pc:docMk/>
          <pc:sldMk cId="0" sldId="265"/>
        </pc:sldMkLst>
        <pc:picChg chg="add mod">
          <ac:chgData name="GIULIA GARAGOZZO" userId="82ae6a9a-1cee-43cd-9001-ef6c7001142b" providerId="ADAL" clId="{5DD015B5-7C25-4975-AAA6-10CC75E19C6E}" dt="2026-10-29T15:21:49.472" v="105"/>
          <ac:picMkLst>
            <pc:docMk/>
            <pc:sldMk cId="0" sldId="265"/>
            <ac:picMk id="11" creationId="{926599F3-4383-61AD-39A2-0B7996400633}"/>
          </ac:picMkLst>
        </pc:picChg>
      </pc:sldChg>
      <pc:sldChg chg="del">
        <pc:chgData name="GIULIA GARAGOZZO" userId="82ae6a9a-1cee-43cd-9001-ef6c7001142b" providerId="ADAL" clId="{5DD015B5-7C25-4975-AAA6-10CC75E19C6E}" dt="2026-10-29T15:29:19.623" v="148"/>
        <pc:sldMkLst>
          <pc:docMk/>
          <pc:sldMk cId="0" sldId="266"/>
        </pc:sldMkLst>
      </pc:sldChg>
      <pc:sldChg chg="del">
        <pc:chgData name="GIULIA GARAGOZZO" userId="82ae6a9a-1cee-43cd-9001-ef6c7001142b" providerId="ADAL" clId="{5DD015B5-7C25-4975-AAA6-10CC75E19C6E}" dt="2026-10-29T15:03:34.327" v="1"/>
        <pc:sldMkLst>
          <pc:docMk/>
          <pc:sldMk cId="0" sldId="267"/>
        </pc:sldMkLst>
      </pc:sldChg>
      <pc:sldChg chg="modSp mod modNotesTx">
        <pc:chgData name="GIULIA GARAGOZZO" userId="82ae6a9a-1cee-43cd-9001-ef6c7001142b" providerId="ADAL" clId="{5DD015B5-7C25-4975-AAA6-10CC75E19C6E}" dt="2026-10-29T15:56:32.766" v="227" actId="20577"/>
        <pc:sldMkLst>
          <pc:docMk/>
          <pc:sldMk cId="0" sldId="268"/>
        </pc:sldMkLst>
        <pc:spChg chg="mod">
          <ac:chgData name="GIULIA GARAGOZZO" userId="82ae6a9a-1cee-43cd-9001-ef6c7001142b" providerId="ADAL" clId="{5DD015B5-7C25-4975-AAA6-10CC75E19C6E}" dt="2026-10-29T15:11:52.372" v="100"/>
          <ac:spMkLst>
            <pc:docMk/>
            <pc:sldMk cId="0" sldId="268"/>
            <ac:spMk id="15" creationId="{00000000-0000-0000-0000-000000000000}"/>
          </ac:spMkLst>
        </pc:spChg>
      </pc:sldChg>
      <pc:sldChg chg="add del">
        <pc:chgData name="GIULIA GARAGOZZO" userId="82ae6a9a-1cee-43cd-9001-ef6c7001142b" providerId="ADAL" clId="{5DD015B5-7C25-4975-AAA6-10CC75E19C6E}" dt="2026-10-29T16:24:26.501" v="327"/>
        <pc:sldMkLst>
          <pc:docMk/>
          <pc:sldMk cId="0" sldId="269"/>
        </pc:sldMkLst>
      </pc:sldChg>
      <pc:sldChg chg="del">
        <pc:chgData name="GIULIA GARAGOZZO" userId="82ae6a9a-1cee-43cd-9001-ef6c7001142b" providerId="ADAL" clId="{5DD015B5-7C25-4975-AAA6-10CC75E19C6E}" dt="2026-10-29T15:29:24.530" v="150"/>
        <pc:sldMkLst>
          <pc:docMk/>
          <pc:sldMk cId="0" sldId="270"/>
        </pc:sldMkLst>
      </pc:sldChg>
      <pc:sldChg chg="modSp add del mod modNotesTx">
        <pc:chgData name="GIULIA GARAGOZZO" userId="82ae6a9a-1cee-43cd-9001-ef6c7001142b" providerId="ADAL" clId="{5DD015B5-7C25-4975-AAA6-10CC75E19C6E}" dt="2026-10-29T16:58:12.263" v="428"/>
        <pc:sldMkLst>
          <pc:docMk/>
          <pc:sldMk cId="1040680194" sldId="271"/>
        </pc:sldMkLst>
        <pc:graphicFrameChg chg="modGraphic">
          <ac:chgData name="GIULIA GARAGOZZO" userId="82ae6a9a-1cee-43cd-9001-ef6c7001142b" providerId="ADAL" clId="{5DD015B5-7C25-4975-AAA6-10CC75E19C6E}" dt="2026-10-29T15:03:34.392" v="8"/>
          <ac:graphicFrameMkLst>
            <pc:docMk/>
            <pc:sldMk cId="1040680194" sldId="271"/>
            <ac:graphicFrameMk id="16" creationId="{00000000-0000-0000-0000-000000000000}"/>
          </ac:graphicFrameMkLst>
        </pc:graphicFrameChg>
      </pc:sldChg>
      <pc:sldChg chg="add del">
        <pc:chgData name="GIULIA GARAGOZZO" userId="82ae6a9a-1cee-43cd-9001-ef6c7001142b" providerId="ADAL" clId="{5DD015B5-7C25-4975-AAA6-10CC75E19C6E}" dt="2026-10-29T15:17:03.429" v="104"/>
        <pc:sldMkLst>
          <pc:docMk/>
          <pc:sldMk cId="1507410570" sldId="272"/>
        </pc:sldMkLst>
      </pc:sldChg>
      <pc:sldChg chg="modSp add del mod">
        <pc:chgData name="GIULIA GARAGOZZO" userId="82ae6a9a-1cee-43cd-9001-ef6c7001142b" providerId="ADAL" clId="{5DD015B5-7C25-4975-AAA6-10CC75E19C6E}" dt="2026-10-29T15:41:21.786" v="154"/>
        <pc:sldMkLst>
          <pc:docMk/>
          <pc:sldMk cId="3678035476" sldId="273"/>
        </pc:sldMkLst>
        <pc:spChg chg="mod">
          <ac:chgData name="GIULIA GARAGOZZO" userId="82ae6a9a-1cee-43cd-9001-ef6c7001142b" providerId="ADAL" clId="{5DD015B5-7C25-4975-AAA6-10CC75E19C6E}" dt="2026-10-29T15:25:48.757" v="122" actId="20577"/>
          <ac:spMkLst>
            <pc:docMk/>
            <pc:sldMk cId="3678035476" sldId="273"/>
            <ac:spMk id="8" creationId="{00000000-0000-0000-0000-000000000000}"/>
          </ac:spMkLst>
        </pc:spChg>
      </pc:sldChg>
      <pc:sldChg chg="add del">
        <pc:chgData name="GIULIA GARAGOZZO" userId="82ae6a9a-1cee-43cd-9001-ef6c7001142b" providerId="ADAL" clId="{5DD015B5-7C25-4975-AAA6-10CC75E19C6E}" dt="2026-10-29T15:23:02.746" v="109"/>
        <pc:sldMkLst>
          <pc:docMk/>
          <pc:sldMk cId="1952891026" sldId="274"/>
        </pc:sldMkLst>
      </pc:sldChg>
      <pc:sldChg chg="add del">
        <pc:chgData name="GIULIA GARAGOZZO" userId="82ae6a9a-1cee-43cd-9001-ef6c7001142b" providerId="ADAL" clId="{5DD015B5-7C25-4975-AAA6-10CC75E19C6E}" dt="2026-10-29T15:23:33.539" v="111"/>
        <pc:sldMkLst>
          <pc:docMk/>
          <pc:sldMk cId="1044546264" sldId="275"/>
        </pc:sldMkLst>
      </pc:sldChg>
      <pc:sldChg chg="add del">
        <pc:chgData name="GIULIA GARAGOZZO" userId="82ae6a9a-1cee-43cd-9001-ef6c7001142b" providerId="ADAL" clId="{5DD015B5-7C25-4975-AAA6-10CC75E19C6E}" dt="2026-10-29T15:24:01.167" v="113"/>
        <pc:sldMkLst>
          <pc:docMk/>
          <pc:sldMk cId="2903544428" sldId="276"/>
        </pc:sldMkLst>
      </pc:sldChg>
      <pc:sldChg chg="add del">
        <pc:chgData name="GIULIA GARAGOZZO" userId="82ae6a9a-1cee-43cd-9001-ef6c7001142b" providerId="ADAL" clId="{5DD015B5-7C25-4975-AAA6-10CC75E19C6E}" dt="2026-10-29T15:29:05" v="146"/>
        <pc:sldMkLst>
          <pc:docMk/>
          <pc:sldMk cId="720423619" sldId="277"/>
        </pc:sldMkLst>
      </pc:sldChg>
      <pc:sldChg chg="add del">
        <pc:chgData name="GIULIA GARAGOZZO" userId="82ae6a9a-1cee-43cd-9001-ef6c7001142b" providerId="ADAL" clId="{5DD015B5-7C25-4975-AAA6-10CC75E19C6E}" dt="2026-10-29T15:26:35.341" v="126"/>
        <pc:sldMkLst>
          <pc:docMk/>
          <pc:sldMk cId="211676801" sldId="278"/>
        </pc:sldMkLst>
      </pc:sldChg>
      <pc:sldChg chg="add del">
        <pc:chgData name="GIULIA GARAGOZZO" userId="82ae6a9a-1cee-43cd-9001-ef6c7001142b" providerId="ADAL" clId="{5DD015B5-7C25-4975-AAA6-10CC75E19C6E}" dt="2026-10-29T15:41:16.551" v="152"/>
        <pc:sldMkLst>
          <pc:docMk/>
          <pc:sldMk cId="3109245915" sldId="279"/>
        </pc:sldMkLst>
      </pc:sldChg>
      <pc:sldChg chg="add del">
        <pc:chgData name="GIULIA GARAGOZZO" userId="82ae6a9a-1cee-43cd-9001-ef6c7001142b" providerId="ADAL" clId="{5DD015B5-7C25-4975-AAA6-10CC75E19C6E}" dt="2026-10-29T15:41:30.785" v="156"/>
        <pc:sldMkLst>
          <pc:docMk/>
          <pc:sldMk cId="5023798" sldId="280"/>
        </pc:sldMkLst>
      </pc:sldChg>
      <pc:sldChg chg="modSp add del mod">
        <pc:chgData name="GIULIA GARAGOZZO" userId="82ae6a9a-1cee-43cd-9001-ef6c7001142b" providerId="ADAL" clId="{5DD015B5-7C25-4975-AAA6-10CC75E19C6E}" dt="2026-10-29T15:42:13.194" v="160"/>
        <pc:sldMkLst>
          <pc:docMk/>
          <pc:sldMk cId="2913910987" sldId="281"/>
        </pc:sldMkLst>
        <pc:graphicFrameChg chg="modGraphic">
          <ac:chgData name="GIULIA GARAGOZZO" userId="82ae6a9a-1cee-43cd-9001-ef6c7001142b" providerId="ADAL" clId="{5DD015B5-7C25-4975-AAA6-10CC75E19C6E}" dt="2026-10-29T15:28:09.313" v="138"/>
          <ac:graphicFrameMkLst>
            <pc:docMk/>
            <pc:sldMk cId="2913910987" sldId="281"/>
            <ac:graphicFrameMk id="63" creationId="{00000000-0000-0000-0000-000000000000}"/>
          </ac:graphicFrameMkLst>
        </pc:graphicFrameChg>
      </pc:sldChg>
      <pc:sldChg chg="add del">
        <pc:chgData name="GIULIA GARAGOZZO" userId="82ae6a9a-1cee-43cd-9001-ef6c7001142b" providerId="ADAL" clId="{5DD015B5-7C25-4975-AAA6-10CC75E19C6E}" dt="2026-10-29T15:28:33.816" v="142"/>
        <pc:sldMkLst>
          <pc:docMk/>
          <pc:sldMk cId="36963203" sldId="282"/>
        </pc:sldMkLst>
      </pc:sldChg>
      <pc:sldChg chg="add del">
        <pc:chgData name="GIULIA GARAGOZZO" userId="82ae6a9a-1cee-43cd-9001-ef6c7001142b" providerId="ADAL" clId="{5DD015B5-7C25-4975-AAA6-10CC75E19C6E}" dt="2026-10-29T15:28:56.044" v="144"/>
        <pc:sldMkLst>
          <pc:docMk/>
          <pc:sldMk cId="2681552984" sldId="283"/>
        </pc:sldMkLst>
      </pc:sldChg>
      <pc:sldChg chg="add del">
        <pc:chgData name="GIULIA GARAGOZZO" userId="82ae6a9a-1cee-43cd-9001-ef6c7001142b" providerId="ADAL" clId="{5DD015B5-7C25-4975-AAA6-10CC75E19C6E}" dt="2026-10-29T15:41:35.801" v="158"/>
        <pc:sldMkLst>
          <pc:docMk/>
          <pc:sldMk cId="1821072619" sldId="284"/>
        </pc:sldMkLst>
      </pc:sldChg>
      <pc:sldChg chg="addSp delSp modSp add del mod modNotesTx">
        <pc:chgData name="GIULIA GARAGOZZO" userId="82ae6a9a-1cee-43cd-9001-ef6c7001142b" providerId="ADAL" clId="{5DD015B5-7C25-4975-AAA6-10CC75E19C6E}" dt="2026-10-29T21:22:58.536" v="477"/>
        <pc:sldMkLst>
          <pc:docMk/>
          <pc:sldMk cId="3853014445" sldId="285"/>
        </pc:sldMkLst>
        <pc:spChg chg="mod">
          <ac:chgData name="GIULIA GARAGOZZO" userId="82ae6a9a-1cee-43cd-9001-ef6c7001142b" providerId="ADAL" clId="{5DD015B5-7C25-4975-AAA6-10CC75E19C6E}" dt="2026-10-29T21:22:46.342" v="440"/>
          <ac:spMkLst>
            <pc:docMk/>
            <pc:sldMk cId="3853014445" sldId="285"/>
            <ac:spMk id="40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21:22:46.342" v="447"/>
          <ac:spMkLst>
            <pc:docMk/>
            <pc:sldMk cId="3853014445" sldId="285"/>
            <ac:spMk id="42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21:22:46.342" v="454"/>
          <ac:spMkLst>
            <pc:docMk/>
            <pc:sldMk cId="3853014445" sldId="285"/>
            <ac:spMk id="44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21:22:46.342" v="461"/>
          <ac:spMkLst>
            <pc:docMk/>
            <pc:sldMk cId="3853014445" sldId="285"/>
            <ac:spMk id="46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21:22:46.360" v="468"/>
          <ac:spMkLst>
            <pc:docMk/>
            <pc:sldMk cId="3853014445" sldId="285"/>
            <ac:spMk id="48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21:22:46.363" v="475"/>
          <ac:spMkLst>
            <pc:docMk/>
            <pc:sldMk cId="3853014445" sldId="285"/>
            <ac:spMk id="50" creationId="{00000000-0000-0000-0000-000000000000}"/>
          </ac:spMkLst>
        </pc:spChg>
        <pc:picChg chg="add mod">
          <ac:chgData name="GIULIA GARAGOZZO" userId="82ae6a9a-1cee-43cd-9001-ef6c7001142b" providerId="ADAL" clId="{5DD015B5-7C25-4975-AAA6-10CC75E19C6E}" dt="2026-10-29T21:22:46.342" v="437"/>
          <ac:picMkLst>
            <pc:docMk/>
            <pc:sldMk cId="3853014445" sldId="285"/>
            <ac:picMk id="4" creationId="{78EC2850-4CC8-A3FF-777F-7BD8C9E3B338}"/>
          </ac:picMkLst>
        </pc:picChg>
        <pc:picChg chg="del">
          <ac:chgData name="GIULIA GARAGOZZO" userId="82ae6a9a-1cee-43cd-9001-ef6c7001142b" providerId="ADAL" clId="{5DD015B5-7C25-4975-AAA6-10CC75E19C6E}" dt="2026-10-29T21:22:46.226" v="432"/>
          <ac:picMkLst>
            <pc:docMk/>
            <pc:sldMk cId="3853014445" sldId="285"/>
            <ac:picMk id="11" creationId="{926599F3-4383-61AD-39A2-0B7996400633}"/>
          </ac:picMkLst>
        </pc:picChg>
        <pc:cxnChg chg="mod">
          <ac:chgData name="GIULIA GARAGOZZO" userId="82ae6a9a-1cee-43cd-9001-ef6c7001142b" providerId="ADAL" clId="{5DD015B5-7C25-4975-AAA6-10CC75E19C6E}" dt="2026-10-29T21:22:46.342" v="443"/>
          <ac:cxnSpMkLst>
            <pc:docMk/>
            <pc:sldMk cId="3853014445" sldId="285"/>
            <ac:cxnSpMk id="41" creationId="{00000000-0000-0000-0000-000000000000}"/>
          </ac:cxnSpMkLst>
        </pc:cxnChg>
        <pc:cxnChg chg="mod">
          <ac:chgData name="GIULIA GARAGOZZO" userId="82ae6a9a-1cee-43cd-9001-ef6c7001142b" providerId="ADAL" clId="{5DD015B5-7C25-4975-AAA6-10CC75E19C6E}" dt="2026-10-29T21:22:46.342" v="450"/>
          <ac:cxnSpMkLst>
            <pc:docMk/>
            <pc:sldMk cId="3853014445" sldId="285"/>
            <ac:cxnSpMk id="43" creationId="{00000000-0000-0000-0000-000000000000}"/>
          </ac:cxnSpMkLst>
        </pc:cxnChg>
        <pc:cxnChg chg="mod">
          <ac:chgData name="GIULIA GARAGOZZO" userId="82ae6a9a-1cee-43cd-9001-ef6c7001142b" providerId="ADAL" clId="{5DD015B5-7C25-4975-AAA6-10CC75E19C6E}" dt="2026-10-29T21:22:46.342" v="457"/>
          <ac:cxnSpMkLst>
            <pc:docMk/>
            <pc:sldMk cId="3853014445" sldId="285"/>
            <ac:cxnSpMk id="45" creationId="{00000000-0000-0000-0000-000000000000}"/>
          </ac:cxnSpMkLst>
        </pc:cxnChg>
        <pc:cxnChg chg="mod">
          <ac:chgData name="GIULIA GARAGOZZO" userId="82ae6a9a-1cee-43cd-9001-ef6c7001142b" providerId="ADAL" clId="{5DD015B5-7C25-4975-AAA6-10CC75E19C6E}" dt="2026-10-29T21:22:46.358" v="464"/>
          <ac:cxnSpMkLst>
            <pc:docMk/>
            <pc:sldMk cId="3853014445" sldId="285"/>
            <ac:cxnSpMk id="47" creationId="{00000000-0000-0000-0000-000000000000}"/>
          </ac:cxnSpMkLst>
        </pc:cxnChg>
        <pc:cxnChg chg="mod">
          <ac:chgData name="GIULIA GARAGOZZO" userId="82ae6a9a-1cee-43cd-9001-ef6c7001142b" providerId="ADAL" clId="{5DD015B5-7C25-4975-AAA6-10CC75E19C6E}" dt="2026-10-29T21:22:46.360" v="471"/>
          <ac:cxnSpMkLst>
            <pc:docMk/>
            <pc:sldMk cId="3853014445" sldId="285"/>
            <ac:cxnSpMk id="49" creationId="{00000000-0000-0000-0000-000000000000}"/>
          </ac:cxnSpMkLst>
        </pc:cxnChg>
      </pc:sldChg>
      <pc:sldChg chg="add">
        <pc:chgData name="GIULIA GARAGOZZO" userId="82ae6a9a-1cee-43cd-9001-ef6c7001142b" providerId="ADAL" clId="{5DD015B5-7C25-4975-AAA6-10CC75E19C6E}" dt="2026-10-29T15:29:19.582" v="147"/>
        <pc:sldMkLst>
          <pc:docMk/>
          <pc:sldMk cId="3094325149" sldId="286"/>
        </pc:sldMkLst>
      </pc:sldChg>
      <pc:sldChg chg="add del">
        <pc:chgData name="GIULIA GARAGOZZO" userId="82ae6a9a-1cee-43cd-9001-ef6c7001142b" providerId="ADAL" clId="{5DD015B5-7C25-4975-AAA6-10CC75E19C6E}" dt="2026-10-29T15:45:51.191" v="196"/>
        <pc:sldMkLst>
          <pc:docMk/>
          <pc:sldMk cId="2025023422" sldId="287"/>
        </pc:sldMkLst>
      </pc:sldChg>
      <pc:sldChg chg="add del">
        <pc:chgData name="GIULIA GARAGOZZO" userId="82ae6a9a-1cee-43cd-9001-ef6c7001142b" providerId="ADAL" clId="{5DD015B5-7C25-4975-AAA6-10CC75E19C6E}" dt="2026-10-29T15:50:22.478" v="198"/>
        <pc:sldMkLst>
          <pc:docMk/>
          <pc:sldMk cId="2038019538" sldId="288"/>
        </pc:sldMkLst>
      </pc:sldChg>
      <pc:sldChg chg="add">
        <pc:chgData name="GIULIA GARAGOZZO" userId="82ae6a9a-1cee-43cd-9001-ef6c7001142b" providerId="ADAL" clId="{5DD015B5-7C25-4975-AAA6-10CC75E19C6E}" dt="2026-10-29T15:41:21.730" v="153"/>
        <pc:sldMkLst>
          <pc:docMk/>
          <pc:sldMk cId="2448552654" sldId="289"/>
        </pc:sldMkLst>
      </pc:sldChg>
      <pc:sldChg chg="add del">
        <pc:chgData name="GIULIA GARAGOZZO" userId="82ae6a9a-1cee-43cd-9001-ef6c7001142b" providerId="ADAL" clId="{5DD015B5-7C25-4975-AAA6-10CC75E19C6E}" dt="2026-10-29T15:43:30.235" v="184"/>
        <pc:sldMkLst>
          <pc:docMk/>
          <pc:sldMk cId="3915024302" sldId="290"/>
        </pc:sldMkLst>
      </pc:sldChg>
      <pc:sldChg chg="add del">
        <pc:chgData name="GIULIA GARAGOZZO" userId="82ae6a9a-1cee-43cd-9001-ef6c7001142b" providerId="ADAL" clId="{5DD015B5-7C25-4975-AAA6-10CC75E19C6E}" dt="2026-10-29T15:44:42.901" v="189"/>
        <pc:sldMkLst>
          <pc:docMk/>
          <pc:sldMk cId="3020506856" sldId="291"/>
        </pc:sldMkLst>
      </pc:sldChg>
      <pc:sldChg chg="modSp add del mod">
        <pc:chgData name="GIULIA GARAGOZZO" userId="82ae6a9a-1cee-43cd-9001-ef6c7001142b" providerId="ADAL" clId="{5DD015B5-7C25-4975-AAA6-10CC75E19C6E}" dt="2026-10-29T15:42:42.435" v="172"/>
        <pc:sldMkLst>
          <pc:docMk/>
          <pc:sldMk cId="4154014693" sldId="292"/>
        </pc:sldMkLst>
        <pc:graphicFrameChg chg="modGraphic">
          <ac:chgData name="GIULIA GARAGOZZO" userId="82ae6a9a-1cee-43cd-9001-ef6c7001142b" providerId="ADAL" clId="{5DD015B5-7C25-4975-AAA6-10CC75E19C6E}" dt="2026-10-29T15:42:13.242" v="170"/>
          <ac:graphicFrameMkLst>
            <pc:docMk/>
            <pc:sldMk cId="4154014693" sldId="292"/>
            <ac:graphicFrameMk id="63" creationId="{00000000-0000-0000-0000-000000000000}"/>
          </ac:graphicFrameMkLst>
        </pc:graphicFrameChg>
      </pc:sldChg>
      <pc:sldChg chg="modSp add mod">
        <pc:chgData name="GIULIA GARAGOZZO" userId="82ae6a9a-1cee-43cd-9001-ef6c7001142b" providerId="ADAL" clId="{5DD015B5-7C25-4975-AAA6-10CC75E19C6E}" dt="2026-10-29T15:42:42.467" v="182"/>
        <pc:sldMkLst>
          <pc:docMk/>
          <pc:sldMk cId="4283365363" sldId="293"/>
        </pc:sldMkLst>
        <pc:graphicFrameChg chg="modGraphic">
          <ac:chgData name="GIULIA GARAGOZZO" userId="82ae6a9a-1cee-43cd-9001-ef6c7001142b" providerId="ADAL" clId="{5DD015B5-7C25-4975-AAA6-10CC75E19C6E}" dt="2026-10-29T15:42:42.467" v="182"/>
          <ac:graphicFrameMkLst>
            <pc:docMk/>
            <pc:sldMk cId="4283365363" sldId="293"/>
            <ac:graphicFrameMk id="63" creationId="{00000000-0000-0000-0000-000000000000}"/>
          </ac:graphicFrameMkLst>
        </pc:graphicFrameChg>
      </pc:sldChg>
      <pc:sldChg chg="add del">
        <pc:chgData name="GIULIA GARAGOZZO" userId="82ae6a9a-1cee-43cd-9001-ef6c7001142b" providerId="ADAL" clId="{5DD015B5-7C25-4975-AAA6-10CC75E19C6E}" dt="2026-10-29T15:43:42.682" v="187"/>
        <pc:sldMkLst>
          <pc:docMk/>
          <pc:sldMk cId="1370939131" sldId="294"/>
        </pc:sldMkLst>
      </pc:sldChg>
      <pc:sldChg chg="modSp add mod modNotesTx">
        <pc:chgData name="GIULIA GARAGOZZO" userId="82ae6a9a-1cee-43cd-9001-ef6c7001142b" providerId="ADAL" clId="{5DD015B5-7C25-4975-AAA6-10CC75E19C6E}" dt="2026-10-29T15:56:13.338" v="224" actId="20577"/>
        <pc:sldMkLst>
          <pc:docMk/>
          <pc:sldMk cId="1281193103" sldId="295"/>
        </pc:sldMkLst>
        <pc:spChg chg="mod">
          <ac:chgData name="GIULIA GARAGOZZO" userId="82ae6a9a-1cee-43cd-9001-ef6c7001142b" providerId="ADAL" clId="{5DD015B5-7C25-4975-AAA6-10CC75E19C6E}" dt="2026-10-29T15:56:04.367" v="223" actId="6549"/>
          <ac:spMkLst>
            <pc:docMk/>
            <pc:sldMk cId="1281193103" sldId="295"/>
            <ac:spMk id="16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43:42.682" v="186" actId="27636"/>
          <ac:spMkLst>
            <pc:docMk/>
            <pc:sldMk cId="1281193103" sldId="295"/>
            <ac:spMk id="36" creationId="{00000000-0000-0000-0000-000000000000}"/>
          </ac:spMkLst>
        </pc:spChg>
      </pc:sldChg>
      <pc:sldChg chg="add del">
        <pc:chgData name="GIULIA GARAGOZZO" userId="82ae6a9a-1cee-43cd-9001-ef6c7001142b" providerId="ADAL" clId="{5DD015B5-7C25-4975-AAA6-10CC75E19C6E}" dt="2026-10-29T15:44:54.630" v="191"/>
        <pc:sldMkLst>
          <pc:docMk/>
          <pc:sldMk cId="2511281466" sldId="296"/>
        </pc:sldMkLst>
      </pc:sldChg>
      <pc:sldChg chg="add del">
        <pc:chgData name="GIULIA GARAGOZZO" userId="82ae6a9a-1cee-43cd-9001-ef6c7001142b" providerId="ADAL" clId="{5DD015B5-7C25-4975-AAA6-10CC75E19C6E}" dt="2026-10-29T15:45:22.480" v="194"/>
        <pc:sldMkLst>
          <pc:docMk/>
          <pc:sldMk cId="1412915082" sldId="297"/>
        </pc:sldMkLst>
      </pc:sldChg>
      <pc:sldChg chg="addSp delSp modSp add mod modNotesTx">
        <pc:chgData name="GIULIA GARAGOZZO" userId="82ae6a9a-1cee-43cd-9001-ef6c7001142b" providerId="ADAL" clId="{5DD015B5-7C25-4975-AAA6-10CC75E19C6E}" dt="2026-10-29T15:56:22.060" v="225" actId="20577"/>
        <pc:sldMkLst>
          <pc:docMk/>
          <pc:sldMk cId="1585188470" sldId="298"/>
        </pc:sldMkLst>
        <pc:spChg chg="mod">
          <ac:chgData name="GIULIA GARAGOZZO" userId="82ae6a9a-1cee-43cd-9001-ef6c7001142b" providerId="ADAL" clId="{5DD015B5-7C25-4975-AAA6-10CC75E19C6E}" dt="2026-10-29T15:53:14.880" v="209" actId="1036"/>
          <ac:spMkLst>
            <pc:docMk/>
            <pc:sldMk cId="1585188470" sldId="298"/>
            <ac:spMk id="19" creationId="{00000000-0000-0000-0000-000000000000}"/>
          </ac:spMkLst>
        </pc:spChg>
        <pc:spChg chg="add del">
          <ac:chgData name="GIULIA GARAGOZZO" userId="82ae6a9a-1cee-43cd-9001-ef6c7001142b" providerId="ADAL" clId="{5DD015B5-7C25-4975-AAA6-10CC75E19C6E}" dt="2026-10-29T15:53:12.796" v="208" actId="478"/>
          <ac:spMkLst>
            <pc:docMk/>
            <pc:sldMk cId="1585188470" sldId="298"/>
            <ac:spMk id="32" creationId="{00000000-0000-0000-0000-000000000000}"/>
          </ac:spMkLst>
        </pc:spChg>
      </pc:sldChg>
      <pc:sldChg chg="modSp add del mod modNotesTx">
        <pc:chgData name="GIULIA GARAGOZZO" userId="82ae6a9a-1cee-43cd-9001-ef6c7001142b" providerId="ADAL" clId="{5DD015B5-7C25-4975-AAA6-10CC75E19C6E}" dt="2026-10-29T16:45:47.284" v="405"/>
        <pc:sldMkLst>
          <pc:docMk/>
          <pc:sldMk cId="3363627687" sldId="299"/>
        </pc:sldMkLst>
        <pc:spChg chg="mod">
          <ac:chgData name="GIULIA GARAGOZZO" userId="82ae6a9a-1cee-43cd-9001-ef6c7001142b" providerId="ADAL" clId="{5DD015B5-7C25-4975-AAA6-10CC75E19C6E}" dt="2026-10-29T15:54:28.715" v="210" actId="20577"/>
          <ac:spMkLst>
            <pc:docMk/>
            <pc:sldMk cId="3363627687" sldId="299"/>
            <ac:spMk id="7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54:51.303" v="216" actId="20577"/>
          <ac:spMkLst>
            <pc:docMk/>
            <pc:sldMk cId="3363627687" sldId="299"/>
            <ac:spMk id="11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6:44:54.625" v="403" actId="404"/>
          <ac:spMkLst>
            <pc:docMk/>
            <pc:sldMk cId="3363627687" sldId="299"/>
            <ac:spMk id="14" creationId="{00000000-0000-0000-0000-000000000000}"/>
          </ac:spMkLst>
        </pc:spChg>
        <pc:picChg chg="mod">
          <ac:chgData name="GIULIA GARAGOZZO" userId="82ae6a9a-1cee-43cd-9001-ef6c7001142b" providerId="ADAL" clId="{5DD015B5-7C25-4975-AAA6-10CC75E19C6E}" dt="2026-10-29T16:44:16.325" v="384" actId="1076"/>
          <ac:picMkLst>
            <pc:docMk/>
            <pc:sldMk cId="3363627687" sldId="299"/>
            <ac:picMk id="13" creationId="{00000000-0000-0000-0000-000000000000}"/>
          </ac:picMkLst>
        </pc:picChg>
      </pc:sldChg>
      <pc:sldChg chg="add del">
        <pc:chgData name="GIULIA GARAGOZZO" userId="82ae6a9a-1cee-43cd-9001-ef6c7001142b" providerId="ADAL" clId="{5DD015B5-7C25-4975-AAA6-10CC75E19C6E}" dt="2026-10-29T15:51:02.473" v="200"/>
        <pc:sldMkLst>
          <pc:docMk/>
          <pc:sldMk cId="4277024432" sldId="300"/>
        </pc:sldMkLst>
      </pc:sldChg>
      <pc:sldChg chg="modSp add mod">
        <pc:chgData name="GIULIA GARAGOZZO" userId="82ae6a9a-1cee-43cd-9001-ef6c7001142b" providerId="ADAL" clId="{5DD015B5-7C25-4975-AAA6-10CC75E19C6E}" dt="2026-10-29T16:18:47.616" v="313" actId="113"/>
        <pc:sldMkLst>
          <pc:docMk/>
          <pc:sldMk cId="674935405" sldId="301"/>
        </pc:sldMkLst>
        <pc:spChg chg="mod">
          <ac:chgData name="GIULIA GARAGOZZO" userId="82ae6a9a-1cee-43cd-9001-ef6c7001142b" providerId="ADAL" clId="{5DD015B5-7C25-4975-AAA6-10CC75E19C6E}" dt="2026-10-29T15:51:25.270" v="201"/>
          <ac:spMkLst>
            <pc:docMk/>
            <pc:sldMk cId="674935405" sldId="301"/>
            <ac:spMk id="4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6:17:55.211" v="305" actId="113"/>
          <ac:spMkLst>
            <pc:docMk/>
            <pc:sldMk cId="674935405" sldId="301"/>
            <ac:spMk id="8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51:25.272" v="202"/>
          <ac:spMkLst>
            <pc:docMk/>
            <pc:sldMk cId="674935405" sldId="301"/>
            <ac:spMk id="9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6:18:47.616" v="313" actId="113"/>
          <ac:spMkLst>
            <pc:docMk/>
            <pc:sldMk cId="674935405" sldId="301"/>
            <ac:spMk id="13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51:25.272" v="203"/>
          <ac:spMkLst>
            <pc:docMk/>
            <pc:sldMk cId="674935405" sldId="301"/>
            <ac:spMk id="14" creationId="{00000000-0000-0000-0000-000000000000}"/>
          </ac:spMkLst>
        </pc:spChg>
        <pc:spChg chg="mod">
          <ac:chgData name="GIULIA GARAGOZZO" userId="82ae6a9a-1cee-43cd-9001-ef6c7001142b" providerId="ADAL" clId="{5DD015B5-7C25-4975-AAA6-10CC75E19C6E}" dt="2026-10-29T15:51:25.274" v="204"/>
          <ac:spMkLst>
            <pc:docMk/>
            <pc:sldMk cId="674935405" sldId="301"/>
            <ac:spMk id="20" creationId="{00000000-0000-0000-0000-000000000000}"/>
          </ac:spMkLst>
        </pc:spChg>
      </pc:sldChg>
      <pc:sldChg chg="add del">
        <pc:chgData name="GIULIA GARAGOZZO" userId="82ae6a9a-1cee-43cd-9001-ef6c7001142b" providerId="ADAL" clId="{5DD015B5-7C25-4975-AAA6-10CC75E19C6E}" dt="2026-10-29T16:41:12.779" v="329"/>
        <pc:sldMkLst>
          <pc:docMk/>
          <pc:sldMk cId="1793929142" sldId="302"/>
        </pc:sldMkLst>
      </pc:sldChg>
      <pc:sldChg chg="modSp add mod modNotesTx">
        <pc:chgData name="GIULIA GARAGOZZO" userId="82ae6a9a-1cee-43cd-9001-ef6c7001142b" providerId="ADAL" clId="{5DD015B5-7C25-4975-AAA6-10CC75E19C6E}" dt="2026-10-29T21:36:38.362" v="481" actId="20577"/>
        <pc:sldMkLst>
          <pc:docMk/>
          <pc:sldMk cId="271457800" sldId="303"/>
        </pc:sldMkLst>
        <pc:spChg chg="mod">
          <ac:chgData name="GIULIA GARAGOZZO" userId="82ae6a9a-1cee-43cd-9001-ef6c7001142b" providerId="ADAL" clId="{5DD015B5-7C25-4975-AAA6-10CC75E19C6E}" dt="2026-10-29T21:36:38.362" v="481" actId="20577"/>
          <ac:spMkLst>
            <pc:docMk/>
            <pc:sldMk cId="271457800" sldId="303"/>
            <ac:spMk id="25" creationId="{00000000-0000-0000-0000-000000000000}"/>
          </ac:spMkLst>
        </pc:spChg>
      </pc:sldChg>
      <pc:sldChg chg="modSp add mod">
        <pc:chgData name="GIULIA GARAGOZZO" userId="82ae6a9a-1cee-43cd-9001-ef6c7001142b" providerId="ADAL" clId="{5DD015B5-7C25-4975-AAA6-10CC75E19C6E}" dt="2026-10-29T16:46:41.026" v="426" actId="1035"/>
        <pc:sldMkLst>
          <pc:docMk/>
          <pc:sldMk cId="1280656347" sldId="304"/>
        </pc:sldMkLst>
        <pc:spChg chg="mod">
          <ac:chgData name="GIULIA GARAGOZZO" userId="82ae6a9a-1cee-43cd-9001-ef6c7001142b" providerId="ADAL" clId="{5DD015B5-7C25-4975-AAA6-10CC75E19C6E}" dt="2026-10-29T16:46:41.026" v="426" actId="1035"/>
          <ac:spMkLst>
            <pc:docMk/>
            <pc:sldMk cId="1280656347" sldId="304"/>
            <ac:spMk id="14" creationId="{00000000-0000-0000-0000-000000000000}"/>
          </ac:spMkLst>
        </pc:spChg>
        <pc:picChg chg="mod">
          <ac:chgData name="GIULIA GARAGOZZO" userId="82ae6a9a-1cee-43cd-9001-ef6c7001142b" providerId="ADAL" clId="{5DD015B5-7C25-4975-AAA6-10CC75E19C6E}" dt="2026-10-29T16:46:41.026" v="426" actId="1035"/>
          <ac:picMkLst>
            <pc:docMk/>
            <pc:sldMk cId="1280656347" sldId="304"/>
            <ac:picMk id="13" creationId="{00000000-0000-0000-0000-000000000000}"/>
          </ac:picMkLst>
        </pc:picChg>
      </pc:sldChg>
      <pc:sldChg chg="modSp add mod">
        <pc:chgData name="GIULIA GARAGOZZO" userId="82ae6a9a-1cee-43cd-9001-ef6c7001142b" providerId="ADAL" clId="{5DD015B5-7C25-4975-AAA6-10CC75E19C6E}" dt="2026-10-29T16:59:55.399" v="431" actId="20577"/>
        <pc:sldMkLst>
          <pc:docMk/>
          <pc:sldMk cId="2853469759" sldId="305"/>
        </pc:sldMkLst>
        <pc:spChg chg="mod">
          <ac:chgData name="GIULIA GARAGOZZO" userId="82ae6a9a-1cee-43cd-9001-ef6c7001142b" providerId="ADAL" clId="{5DD015B5-7C25-4975-AAA6-10CC75E19C6E}" dt="2026-10-29T16:59:55.399" v="431" actId="20577"/>
          <ac:spMkLst>
            <pc:docMk/>
            <pc:sldMk cId="2853469759" sldId="305"/>
            <ac:spMk id="14" creationId="{00000000-0000-0000-0000-000000000000}"/>
          </ac:spMkLst>
        </pc:spChg>
      </pc:sldChg>
      <pc:sldChg chg="addSp delSp modSp add del mod">
        <pc:chgData name="GIULIA GARAGOZZO" userId="82ae6a9a-1cee-43cd-9001-ef6c7001142b" providerId="ADAL" clId="{5DD015B5-7C25-4975-AAA6-10CC75E19C6E}" dt="2026-10-29T21:34:28.295" v="480"/>
        <pc:sldMkLst>
          <pc:docMk/>
          <pc:sldMk cId="3881377519" sldId="306"/>
        </pc:sldMkLst>
        <pc:spChg chg="del">
          <ac:chgData name="GIULIA GARAGOZZO" userId="82ae6a9a-1cee-43cd-9001-ef6c7001142b" providerId="ADAL" clId="{5DD015B5-7C25-4975-AAA6-10CC75E19C6E}" dt="2026-10-29T21:24:28.243" v="478" actId="478"/>
          <ac:spMkLst>
            <pc:docMk/>
            <pc:sldMk cId="3881377519" sldId="306"/>
            <ac:spMk id="3" creationId="{00000000-0000-0000-0000-000000000000}"/>
          </ac:spMkLst>
        </pc:spChg>
        <pc:spChg chg="add del mod">
          <ac:chgData name="GIULIA GARAGOZZO" userId="82ae6a9a-1cee-43cd-9001-ef6c7001142b" providerId="ADAL" clId="{5DD015B5-7C25-4975-AAA6-10CC75E19C6E}" dt="2026-10-29T21:24:31.891" v="479" actId="478"/>
          <ac:spMkLst>
            <pc:docMk/>
            <pc:sldMk cId="3881377519" sldId="306"/>
            <ac:spMk id="6" creationId="{1B023CDA-0A3F-2F65-1F0A-4D96AEFD3407}"/>
          </ac:spMkLst>
        </pc:spChg>
      </pc:sldChg>
    </pc:docChg>
  </pc:docChgLst>
  <pc:docChgLst>
    <pc:chgData name="GAIA VOLPI" userId="S::gaia.volpi@alumnos.upm.es::c5238113-e7ee-4bb5-97ae-a2266dcb7cb6" providerId="AD" clId="Web-{8072D81A-0C11-8848-2DFC-FE8608E16A4C}"/>
    <pc:docChg chg="modSld">
      <pc:chgData name="GAIA VOLPI" userId="S::gaia.volpi@alumnos.upm.es::c5238113-e7ee-4bb5-97ae-a2266dcb7cb6" providerId="AD" clId="Web-{8072D81A-0C11-8848-2DFC-FE8608E16A4C}" dt="2026-10-29T21:26:38.554" v="101" actId="20577"/>
      <pc:docMkLst>
        <pc:docMk/>
      </pc:docMkLst>
      <pc:sldChg chg="addSp delSp">
        <pc:chgData name="GAIA VOLPI" userId="S::gaia.volpi@alumnos.upm.es::c5238113-e7ee-4bb5-97ae-a2266dcb7cb6" providerId="AD" clId="Web-{8072D81A-0C11-8848-2DFC-FE8608E16A4C}" dt="2026-10-29T21:05:31.589" v="1"/>
        <pc:sldMkLst>
          <pc:docMk/>
          <pc:sldMk cId="0" sldId="257"/>
        </pc:sldMkLst>
        <pc:spChg chg="add del">
          <ac:chgData name="GAIA VOLPI" userId="S::gaia.volpi@alumnos.upm.es::c5238113-e7ee-4bb5-97ae-a2266dcb7cb6" providerId="AD" clId="Web-{8072D81A-0C11-8848-2DFC-FE8608E16A4C}" dt="2026-10-29T21:05:31.589" v="1"/>
          <ac:spMkLst>
            <pc:docMk/>
            <pc:sldMk cId="0" sldId="257"/>
            <ac:spMk id="18" creationId="{520DB248-8ADA-E80D-7139-3615EAE300CD}"/>
          </ac:spMkLst>
        </pc:spChg>
      </pc:sldChg>
      <pc:sldChg chg="delSp modSp">
        <pc:chgData name="GAIA VOLPI" userId="S::gaia.volpi@alumnos.upm.es::c5238113-e7ee-4bb5-97ae-a2266dcb7cb6" providerId="AD" clId="Web-{8072D81A-0C11-8848-2DFC-FE8608E16A4C}" dt="2026-10-29T21:12:57.073" v="37" actId="1076"/>
        <pc:sldMkLst>
          <pc:docMk/>
          <pc:sldMk cId="0" sldId="261"/>
        </pc:sldMkLst>
        <pc:spChg chg="mod">
          <ac:chgData name="GAIA VOLPI" userId="S::gaia.volpi@alumnos.upm.es::c5238113-e7ee-4bb5-97ae-a2266dcb7cb6" providerId="AD" clId="Web-{8072D81A-0C11-8848-2DFC-FE8608E16A4C}" dt="2026-10-29T21:12:57.073" v="37" actId="1076"/>
          <ac:spMkLst>
            <pc:docMk/>
            <pc:sldMk cId="0" sldId="261"/>
            <ac:spMk id="5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12:43.525" v="36" actId="1076"/>
          <ac:spMkLst>
            <pc:docMk/>
            <pc:sldMk cId="0" sldId="261"/>
            <ac:spMk id="6" creationId="{00000000-0000-0000-0000-000000000000}"/>
          </ac:spMkLst>
        </pc:spChg>
        <pc:spChg chg="del">
          <ac:chgData name="GAIA VOLPI" userId="S::gaia.volpi@alumnos.upm.es::c5238113-e7ee-4bb5-97ae-a2266dcb7cb6" providerId="AD" clId="Web-{8072D81A-0C11-8848-2DFC-FE8608E16A4C}" dt="2026-10-29T21:12:28.744" v="33"/>
          <ac:spMkLst>
            <pc:docMk/>
            <pc:sldMk cId="0" sldId="261"/>
            <ac:spMk id="7" creationId="{00000000-0000-0000-0000-000000000000}"/>
          </ac:spMkLst>
        </pc:spChg>
      </pc:sldChg>
      <pc:sldChg chg="addSp delSp modSp">
        <pc:chgData name="GAIA VOLPI" userId="S::gaia.volpi@alumnos.upm.es::c5238113-e7ee-4bb5-97ae-a2266dcb7cb6" providerId="AD" clId="Web-{8072D81A-0C11-8848-2DFC-FE8608E16A4C}" dt="2026-10-29T21:15:40.797" v="52"/>
        <pc:sldMkLst>
          <pc:docMk/>
          <pc:sldMk cId="3853014445" sldId="285"/>
        </pc:sldMkLst>
        <pc:spChg chg="mod">
          <ac:chgData name="GAIA VOLPI" userId="S::gaia.volpi@alumnos.upm.es::c5238113-e7ee-4bb5-97ae-a2266dcb7cb6" providerId="AD" clId="Web-{8072D81A-0C11-8848-2DFC-FE8608E16A4C}" dt="2026-10-29T21:15:31.468" v="50" actId="20577"/>
          <ac:spMkLst>
            <pc:docMk/>
            <pc:sldMk cId="3853014445" sldId="285"/>
            <ac:spMk id="2" creationId="{00000000-0000-0000-0000-000000000000}"/>
          </ac:spMkLst>
        </pc:spChg>
        <pc:spChg chg="add del">
          <ac:chgData name="GAIA VOLPI" userId="S::gaia.volpi@alumnos.upm.es::c5238113-e7ee-4bb5-97ae-a2266dcb7cb6" providerId="AD" clId="Web-{8072D81A-0C11-8848-2DFC-FE8608E16A4C}" dt="2026-10-29T21:15:27.140" v="42"/>
          <ac:spMkLst>
            <pc:docMk/>
            <pc:sldMk cId="3853014445" sldId="285"/>
            <ac:spMk id="4" creationId="{15C03BFF-27F1-FA58-0AA4-1300385FF3C5}"/>
          </ac:spMkLst>
        </pc:spChg>
        <pc:spChg chg="add del">
          <ac:chgData name="GAIA VOLPI" userId="S::gaia.volpi@alumnos.upm.es::c5238113-e7ee-4bb5-97ae-a2266dcb7cb6" providerId="AD" clId="Web-{8072D81A-0C11-8848-2DFC-FE8608E16A4C}" dt="2026-10-29T21:15:40.797" v="52"/>
          <ac:spMkLst>
            <pc:docMk/>
            <pc:sldMk cId="3853014445" sldId="285"/>
            <ac:spMk id="42" creationId="{00000000-0000-0000-0000-000000000000}"/>
          </ac:spMkLst>
        </pc:spChg>
      </pc:sldChg>
      <pc:sldChg chg="modSp">
        <pc:chgData name="GAIA VOLPI" userId="S::gaia.volpi@alumnos.upm.es::c5238113-e7ee-4bb5-97ae-a2266dcb7cb6" providerId="AD" clId="Web-{8072D81A-0C11-8848-2DFC-FE8608E16A4C}" dt="2026-10-29T21:18:05.817" v="70" actId="1076"/>
        <pc:sldMkLst>
          <pc:docMk/>
          <pc:sldMk cId="3094325149" sldId="286"/>
        </pc:sldMkLst>
        <pc:spChg chg="mod">
          <ac:chgData name="GAIA VOLPI" userId="S::gaia.volpi@alumnos.upm.es::c5238113-e7ee-4bb5-97ae-a2266dcb7cb6" providerId="AD" clId="Web-{8072D81A-0C11-8848-2DFC-FE8608E16A4C}" dt="2026-10-29T21:15:55.579" v="53" actId="14100"/>
          <ac:spMkLst>
            <pc:docMk/>
            <pc:sldMk cId="3094325149" sldId="286"/>
            <ac:spMk id="11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16:00.891" v="54" actId="14100"/>
          <ac:spMkLst>
            <pc:docMk/>
            <pc:sldMk cId="3094325149" sldId="286"/>
            <ac:spMk id="15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18:05.817" v="70" actId="1076"/>
          <ac:spMkLst>
            <pc:docMk/>
            <pc:sldMk cId="3094325149" sldId="286"/>
            <ac:spMk id="19" creationId="{00000000-0000-0000-0000-000000000000}"/>
          </ac:spMkLst>
        </pc:spChg>
      </pc:sldChg>
      <pc:sldChg chg="modSp">
        <pc:chgData name="GAIA VOLPI" userId="S::gaia.volpi@alumnos.upm.es::c5238113-e7ee-4bb5-97ae-a2266dcb7cb6" providerId="AD" clId="Web-{8072D81A-0C11-8848-2DFC-FE8608E16A4C}" dt="2026-10-29T21:11:42.742" v="32" actId="20577"/>
        <pc:sldMkLst>
          <pc:docMk/>
          <pc:sldMk cId="2448552654" sldId="289"/>
        </pc:sldMkLst>
        <pc:spChg chg="mod">
          <ac:chgData name="GAIA VOLPI" userId="S::gaia.volpi@alumnos.upm.es::c5238113-e7ee-4bb5-97ae-a2266dcb7cb6" providerId="AD" clId="Web-{8072D81A-0C11-8848-2DFC-FE8608E16A4C}" dt="2026-10-29T21:11:42.742" v="32" actId="20577"/>
          <ac:spMkLst>
            <pc:docMk/>
            <pc:sldMk cId="2448552654" sldId="289"/>
            <ac:spMk id="16" creationId="{00000000-0000-0000-0000-000000000000}"/>
          </ac:spMkLst>
        </pc:spChg>
      </pc:sldChg>
      <pc:sldChg chg="modSp">
        <pc:chgData name="GAIA VOLPI" userId="S::gaia.volpi@alumnos.upm.es::c5238113-e7ee-4bb5-97ae-a2266dcb7cb6" providerId="AD" clId="Web-{8072D81A-0C11-8848-2DFC-FE8608E16A4C}" dt="2026-10-29T21:17:13.066" v="61" actId="14100"/>
        <pc:sldMkLst>
          <pc:docMk/>
          <pc:sldMk cId="1281193103" sldId="295"/>
        </pc:sldMkLst>
        <pc:spChg chg="mod">
          <ac:chgData name="GAIA VOLPI" userId="S::gaia.volpi@alumnos.upm.es::c5238113-e7ee-4bb5-97ae-a2266dcb7cb6" providerId="AD" clId="Web-{8072D81A-0C11-8848-2DFC-FE8608E16A4C}" dt="2026-10-29T21:17:13.066" v="61" actId="14100"/>
          <ac:spMkLst>
            <pc:docMk/>
            <pc:sldMk cId="1281193103" sldId="295"/>
            <ac:spMk id="16" creationId="{00000000-0000-0000-0000-000000000000}"/>
          </ac:spMkLst>
        </pc:spChg>
      </pc:sldChg>
      <pc:sldChg chg="modSp">
        <pc:chgData name="GAIA VOLPI" userId="S::gaia.volpi@alumnos.upm.es::c5238113-e7ee-4bb5-97ae-a2266dcb7cb6" providerId="AD" clId="Web-{8072D81A-0C11-8848-2DFC-FE8608E16A4C}" dt="2026-10-29T21:15:14.218" v="40" actId="1076"/>
        <pc:sldMkLst>
          <pc:docMk/>
          <pc:sldMk cId="1585188470" sldId="298"/>
        </pc:sldMkLst>
        <pc:spChg chg="mod">
          <ac:chgData name="GAIA VOLPI" userId="S::gaia.volpi@alumnos.upm.es::c5238113-e7ee-4bb5-97ae-a2266dcb7cb6" providerId="AD" clId="Web-{8072D81A-0C11-8848-2DFC-FE8608E16A4C}" dt="2026-10-29T21:14:53.670" v="38" actId="14100"/>
          <ac:spMkLst>
            <pc:docMk/>
            <pc:sldMk cId="1585188470" sldId="298"/>
            <ac:spMk id="31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15:14.218" v="40" actId="1076"/>
          <ac:spMkLst>
            <pc:docMk/>
            <pc:sldMk cId="1585188470" sldId="298"/>
            <ac:spMk id="32" creationId="{00000000-0000-0000-0000-000000000000}"/>
          </ac:spMkLst>
        </pc:spChg>
      </pc:sldChg>
      <pc:sldChg chg="modSp">
        <pc:chgData name="GAIA VOLPI" userId="S::gaia.volpi@alumnos.upm.es::c5238113-e7ee-4bb5-97ae-a2266dcb7cb6" providerId="AD" clId="Web-{8072D81A-0C11-8848-2DFC-FE8608E16A4C}" dt="2026-10-29T21:11:19.038" v="27" actId="1076"/>
        <pc:sldMkLst>
          <pc:docMk/>
          <pc:sldMk cId="674935405" sldId="301"/>
        </pc:sldMkLst>
        <pc:spChg chg="mod">
          <ac:chgData name="GAIA VOLPI" userId="S::gaia.volpi@alumnos.upm.es::c5238113-e7ee-4bb5-97ae-a2266dcb7cb6" providerId="AD" clId="Web-{8072D81A-0C11-8848-2DFC-FE8608E16A4C}" dt="2026-10-29T21:06:05.902" v="2" actId="14100"/>
          <ac:spMkLst>
            <pc:docMk/>
            <pc:sldMk cId="674935405" sldId="301"/>
            <ac:spMk id="13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06:45.763" v="6" actId="14100"/>
          <ac:spMkLst>
            <pc:docMk/>
            <pc:sldMk cId="674935405" sldId="301"/>
            <ac:spMk id="19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11:19.038" v="27" actId="1076"/>
          <ac:spMkLst>
            <pc:docMk/>
            <pc:sldMk cId="674935405" sldId="301"/>
            <ac:spMk id="20" creationId="{00000000-0000-0000-0000-000000000000}"/>
          </ac:spMkLst>
        </pc:spChg>
      </pc:sldChg>
      <pc:sldChg chg="modSp">
        <pc:chgData name="GAIA VOLPI" userId="S::gaia.volpi@alumnos.upm.es::c5238113-e7ee-4bb5-97ae-a2266dcb7cb6" providerId="AD" clId="Web-{8072D81A-0C11-8848-2DFC-FE8608E16A4C}" dt="2026-10-29T21:26:38.554" v="101" actId="20577"/>
        <pc:sldMkLst>
          <pc:docMk/>
          <pc:sldMk cId="1280656347" sldId="304"/>
        </pc:sldMkLst>
        <pc:spChg chg="mod">
          <ac:chgData name="GAIA VOLPI" userId="S::gaia.volpi@alumnos.upm.es::c5238113-e7ee-4bb5-97ae-a2266dcb7cb6" providerId="AD" clId="Web-{8072D81A-0C11-8848-2DFC-FE8608E16A4C}" dt="2026-10-29T21:24:32.581" v="72" actId="20577"/>
          <ac:spMkLst>
            <pc:docMk/>
            <pc:sldMk cId="1280656347" sldId="304"/>
            <ac:spMk id="5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24:45.472" v="73" actId="20577"/>
          <ac:spMkLst>
            <pc:docMk/>
            <pc:sldMk cId="1280656347" sldId="304"/>
            <ac:spMk id="7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25:24.223" v="89" actId="20577"/>
          <ac:spMkLst>
            <pc:docMk/>
            <pc:sldMk cId="1280656347" sldId="304"/>
            <ac:spMk id="10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26:31.319" v="100" actId="20577"/>
          <ac:spMkLst>
            <pc:docMk/>
            <pc:sldMk cId="1280656347" sldId="304"/>
            <ac:spMk id="11" creationId="{00000000-0000-0000-0000-000000000000}"/>
          </ac:spMkLst>
        </pc:spChg>
        <pc:spChg chg="mod">
          <ac:chgData name="GAIA VOLPI" userId="S::gaia.volpi@alumnos.upm.es::c5238113-e7ee-4bb5-97ae-a2266dcb7cb6" providerId="AD" clId="Web-{8072D81A-0C11-8848-2DFC-FE8608E16A4C}" dt="2026-10-29T21:26:38.554" v="101" actId="20577"/>
          <ac:spMkLst>
            <pc:docMk/>
            <pc:sldMk cId="1280656347" sldId="304"/>
            <ac:spMk id="14" creationId="{00000000-0000-0000-0000-000000000000}"/>
          </ac:spMkLst>
        </pc:spChg>
      </pc:sldChg>
    </pc:docChg>
  </pc:docChgLst>
</pc:chgInfo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18"/>
          <c:w val="0.96"/>
          <c:h val="0.7"/>
        </c:manualLayout>
      </c:layout>
      <c:barChart>
        <c:barDir val="col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9B3D6"/>
            </a:solidFill>
            <a:ln>
              <a:noFill/>
            </a:ln>
          </c:spPr>
          <c:invertIfNegative val="1"/>
          <c:dPt>
            <c:idx val="2"/>
            <c:invertIfNegative val="1"/>
            <c:bubble3D val="0"/>
            <c:spPr>
              <a:solidFill>
                <a:srgbClr val="5B4B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305-4135-ADD5-20328BF2B704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B1F5C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3"/>
              <c:pt idx="0">
                <c:v>2008–2013</c:v>
              </c:pt>
              <c:pt idx="1">
                <c:v>2014–2019</c:v>
              </c:pt>
              <c:pt idx="2">
                <c:v>2020–2026</c:v>
              </c:pt>
            </c:strLit>
          </c:cat>
          <c:val>
            <c:numLit>
              <c:formatCode>General</c:formatCode>
              <c:ptCount val="3"/>
              <c:pt idx="0">
                <c:v>30.1</c:v>
              </c:pt>
              <c:pt idx="1">
                <c:v>35.299999999999997</c:v>
              </c:pt>
              <c:pt idx="2">
                <c:v>39.9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305-4135-ADD5-20328BF2B7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 w="9525">
            <a:solidFill>
              <a:srgbClr val="CAC7D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B1F5C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ax val="49.9"/>
          <c:min val="0"/>
        </c:scaling>
        <c:delete val="1"/>
        <c:axPos val="l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Values</c:v>
          </c:tx>
          <c:spPr>
            <a:solidFill>
              <a:srgbClr val="B9B3D6"/>
            </a:solidFill>
            <a:ln>
              <a:noFill/>
            </a:ln>
          </c:spPr>
          <c:invertIfNegative val="1"/>
          <c:dPt>
            <c:idx val="1"/>
            <c:invertIfNegative val="1"/>
            <c:bubble3D val="0"/>
            <c:spPr>
              <a:solidFill>
                <a:srgbClr val="5B4BA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FBD-4237-B670-DC55EA1D14E5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400" b="1">
                    <a:solidFill>
                      <a:srgbClr val="2B1F5C"/>
                    </a:solidFill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0"/>
              </c:ext>
            </c:extLst>
          </c:dLbls>
          <c:cat>
            <c:strLit>
              <c:ptCount val="2"/>
              <c:pt idx="0">
                <c:v>… presented as leading it*</c:v>
              </c:pt>
              <c:pt idx="1">
                <c:v>Part of the study</c:v>
              </c:pt>
            </c:strLit>
          </c:cat>
          <c:val>
            <c:numLit>
              <c:formatCode>General</c:formatCode>
              <c:ptCount val="2"/>
              <c:pt idx="0">
                <c:v>34.799999999999997</c:v>
              </c:pt>
              <c:pt idx="1">
                <c:v>37.6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FBD-4237-B670-DC55EA1D14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"/>
        <c:axId val="2"/>
      </c:barChart>
      <c:catAx>
        <c:axId val="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 w="9525">
            <a:solidFill>
              <a:srgbClr val="CAC7D6"/>
            </a:solidFill>
          </a:ln>
        </c:spPr>
        <c:txPr>
          <a:bodyPr rot="0" vert="horz"/>
          <a:lstStyle/>
          <a:p>
            <a:pPr>
              <a:defRPr sz="1400" b="0">
                <a:solidFill>
                  <a:srgbClr val="2B1F5C"/>
                </a:solidFill>
                <a:latin typeface="Calibri"/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  <c:min val="0"/>
        </c:scaling>
        <c:delete val="1"/>
        <c:axPos val="b"/>
        <c:numFmt formatCode="General" sourceLinked="1"/>
        <c:majorTickMark val="none"/>
        <c:minorTickMark val="none"/>
        <c:tickLblPos val="none"/>
        <c:crossAx val="1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1"/>
  </c:chart>
  <c:spPr>
    <a:noFill/>
    <a:ln>
      <a:noFill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0879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0" indent="0" algn="l">
              <a:buNone/>
            </a:pPr>
            <a:endParaRPr lang="en-US" sz="170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D204 · LST research group, Life Supporting Technologies (LifeSTech) · Universidad Politécnica de Madrid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40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D9D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D204 · LST research group, Life Supporting Technologies (LifeSTech) · Universidad Politécnica de Madrid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9D4E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F2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MUJERES POR LA IA ABIERTA </a:t>
            </a:r>
            <a:endParaRPr lang="en-US" sz="1300"/>
          </a:p>
        </p:txBody>
      </p:sp>
      <p:sp>
        <p:nvSpPr>
          <p:cNvPr id="3" name="cover title"/>
          <p:cNvSpPr txBox="1"/>
          <p:nvPr/>
        </p:nvSpPr>
        <p:spPr>
          <a:xfrm>
            <a:off x="640080" y="960120"/>
            <a:ext cx="8778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¿Quién es experta</a:t>
            </a:r>
            <a:endParaRPr lang="en-US" sz="5000"/>
          </a:p>
          <a:p>
            <a:pPr marL="0" indent="0">
              <a:buNone/>
            </a:pPr>
            <a:r>
              <a:rPr lang="en-US" sz="50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salud?</a:t>
            </a:r>
            <a:endParaRPr lang="en-US" sz="5000"/>
          </a:p>
        </p:txBody>
      </p:sp>
      <p:sp>
        <p:nvSpPr>
          <p:cNvPr id="4" name="cover subtitle"/>
          <p:cNvSpPr txBox="1"/>
          <p:nvPr/>
        </p:nvSpPr>
        <p:spPr>
          <a:xfrm>
            <a:off x="640080" y="26974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presence and prominence of women in Spanish public health news with open AI</a:t>
            </a:r>
            <a:endParaRPr lang="en-US" sz="2100"/>
          </a:p>
        </p:txBody>
      </p:sp>
      <p:sp>
        <p:nvSpPr>
          <p:cNvPr id="5" name="team block"/>
          <p:cNvSpPr txBox="1"/>
          <p:nvPr/>
        </p:nvSpPr>
        <p:spPr>
          <a:xfrm>
            <a:off x="640080" y="365760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24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D204</a:t>
            </a:r>
            <a:endParaRPr lang="en-US" sz="2400"/>
          </a:p>
          <a:p>
            <a:pPr marL="0" indent="0">
              <a:spcAft>
                <a:spcPts val="200"/>
              </a:spcAft>
              <a:buNone/>
            </a:pPr>
            <a:r>
              <a:rPr lang="en-US" sz="170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 research group - Life Supporting Technologies (LifeSTech)</a:t>
            </a:r>
            <a:endParaRPr lang="en-US" sz="2400"/>
          </a:p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ETSI de </a:t>
            </a:r>
            <a:r>
              <a:rPr lang="en-US" sz="1500" err="1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Telecomunicación</a:t>
            </a:r>
            <a:r>
              <a:rPr lang="en-US" sz="1500">
                <a:solidFill>
                  <a:srgbClr val="C9C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Universidad Politécnica de Madrid</a:t>
            </a:r>
            <a:endParaRPr lang="en-US" sz="2400"/>
          </a:p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2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Volpi - Tamara Al-Abbadi - Giulia Garagozzo</a:t>
            </a:r>
            <a:endParaRPr lang="en-US" sz="2400"/>
          </a:p>
        </p:txBody>
      </p:sp>
      <p:sp>
        <p:nvSpPr>
          <p:cNvPr id="6" name="LST logo card"/>
          <p:cNvSpPr/>
          <p:nvPr/>
        </p:nvSpPr>
        <p:spPr>
          <a:xfrm>
            <a:off x="6908800" y="3962400"/>
            <a:ext cx="2159000" cy="7620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5875">
            <a:noFill/>
            <a:prstDash val="dash"/>
          </a:ln>
        </p:spPr>
        <p:txBody>
          <a:bodyPr/>
          <a:lstStyle/>
          <a:p>
            <a:endParaRPr lang="es-ES"/>
          </a:p>
        </p:txBody>
      </p:sp>
      <p:sp>
        <p:nvSpPr>
          <p:cNvPr id="8" name="logos card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organiza label"/>
          <p:cNvSpPr txBox="1"/>
          <p:nvPr/>
        </p:nvSpPr>
        <p:spPr>
          <a:xfrm>
            <a:off x="868680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</a:t>
            </a:r>
            <a:endParaRPr lang="en-US" sz="1000"/>
          </a:p>
        </p:txBody>
      </p:sp>
      <p:pic>
        <p:nvPicPr>
          <p:cNvPr id="10" name="organiser logos" descr="/home/claude/deck/assets/organi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669280"/>
            <a:ext cx="2377440" cy="502920"/>
          </a:xfrm>
          <a:prstGeom prst="rect">
            <a:avLst/>
          </a:prstGeom>
        </p:spPr>
      </p:pic>
      <p:sp>
        <p:nvSpPr>
          <p:cNvPr id="11" name="colabora label"/>
          <p:cNvSpPr txBox="1"/>
          <p:nvPr/>
        </p:nvSpPr>
        <p:spPr>
          <a:xfrm>
            <a:off x="3749040" y="5440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</a:t>
            </a:r>
            <a:endParaRPr lang="en-US" sz="1000"/>
          </a:p>
        </p:txBody>
      </p:sp>
      <p:pic>
        <p:nvPicPr>
          <p:cNvPr id="12" name="collaborator logos" descr="/home/claude/deck/assets/colabo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5595290"/>
            <a:ext cx="7498080" cy="521208"/>
          </a:xfrm>
          <a:prstGeom prst="rect">
            <a:avLst/>
          </a:prstGeom>
        </p:spPr>
      </p:pic>
      <p:pic>
        <p:nvPicPr>
          <p:cNvPr id="13" name="community badge" descr="/home/claude/deck/assets/im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411480"/>
            <a:ext cx="1371600" cy="1714500"/>
          </a:xfrm>
          <a:prstGeom prst="rect">
            <a:avLst/>
          </a:prstGeom>
        </p:spPr>
      </p:pic>
      <p:pic>
        <p:nvPicPr>
          <p:cNvPr id="14" name="LST logo" descr="LifeSTech logo">
            <a:extLst>
              <a:ext uri="{FF2B5EF4-FFF2-40B4-BE49-F238E27FC236}">
                <a16:creationId xmlns:a16="http://schemas.microsoft.com/office/drawing/2014/main" id="{7283FD97-7326-72BB-3EBC-BDC9BFF1F9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9300" y="4097866"/>
            <a:ext cx="1778000" cy="4910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speaks as the expert in health news?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only whether women appear, but whether they speak and in which position</a:t>
            </a:r>
            <a:endParaRPr lang="en-US" sz="1700"/>
          </a:p>
        </p:txBody>
      </p:sp>
      <p:sp>
        <p:nvSpPr>
          <p:cNvPr id="4" name="why 0 circle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why 0 glyp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" y="2000250"/>
            <a:ext cx="342900" cy="342900"/>
          </a:xfrm>
          <a:prstGeom prst="rect">
            <a:avLst/>
          </a:prstGeom>
        </p:spPr>
      </p:pic>
      <p:sp>
        <p:nvSpPr>
          <p:cNvPr id="6" name="why text 0"/>
          <p:cNvSpPr txBox="1"/>
          <p:nvPr/>
        </p:nvSpPr>
        <p:spPr>
          <a:xfrm>
            <a:off x="1463040" y="17830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shapes authority</a:t>
            </a:r>
            <a:endParaRPr lang="en-US" sz="1800"/>
          </a:p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news tells the public whose knowledge counts. Who is quoted as an expert shapes who is seen as one.</a:t>
            </a:r>
            <a:endParaRPr lang="en-US" sz="1800"/>
          </a:p>
        </p:txBody>
      </p:sp>
      <p:sp>
        <p:nvSpPr>
          <p:cNvPr id="7" name="why 1 circle"/>
          <p:cNvSpPr/>
          <p:nvPr/>
        </p:nvSpPr>
        <p:spPr>
          <a:xfrm>
            <a:off x="548640" y="329184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why 1 glyp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" y="3463290"/>
            <a:ext cx="342900" cy="342900"/>
          </a:xfrm>
          <a:prstGeom prst="rect">
            <a:avLst/>
          </a:prstGeom>
        </p:spPr>
      </p:pic>
      <p:sp>
        <p:nvSpPr>
          <p:cNvPr id="9" name="why text 1"/>
          <p:cNvSpPr txBox="1"/>
          <p:nvPr/>
        </p:nvSpPr>
        <p:spPr>
          <a:xfrm>
            <a:off x="1463040" y="32461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is not prominence</a:t>
            </a:r>
            <a:endParaRPr lang="en-US" sz="1800"/>
          </a:p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woman can appear as a patient, a commentator or the person who leads the study. We measure the difference.</a:t>
            </a:r>
            <a:endParaRPr lang="en-US" sz="1800"/>
          </a:p>
        </p:txBody>
      </p:sp>
      <p:sp>
        <p:nvSpPr>
          <p:cNvPr id="10" name="why 2 circle"/>
          <p:cNvSpPr/>
          <p:nvPr/>
        </p:nvSpPr>
        <p:spPr>
          <a:xfrm>
            <a:off x="548640" y="4754880"/>
            <a:ext cx="685800" cy="6858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why 2 glyp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" y="4926330"/>
            <a:ext cx="342900" cy="342900"/>
          </a:xfrm>
          <a:prstGeom prst="rect">
            <a:avLst/>
          </a:prstGeom>
        </p:spPr>
      </p:pic>
      <p:sp>
        <p:nvSpPr>
          <p:cNvPr id="12" name="why text 2"/>
          <p:cNvSpPr txBox="1"/>
          <p:nvPr/>
        </p:nvSpPr>
        <p:spPr>
          <a:xfrm>
            <a:off x="1463040" y="470916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mirror</a:t>
            </a:r>
            <a:endParaRPr lang="en-US" sz="1800"/>
          </a:p>
          <a:p>
            <a:pPr marL="0" indent="0">
              <a:buNone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public agency should reflect the real expertise of women in Spanish science, not an outdated picture.</a:t>
            </a:r>
            <a:endParaRPr lang="en-US" sz="1800"/>
          </a:p>
        </p:txBody>
      </p:sp>
      <p:sp>
        <p:nvSpPr>
          <p:cNvPr id="13" name="use case card"/>
          <p:cNvSpPr/>
          <p:nvPr/>
        </p:nvSpPr>
        <p:spPr>
          <a:xfrm>
            <a:off x="7040880" y="1737360"/>
            <a:ext cx="45720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use case head"/>
          <p:cNvSpPr txBox="1"/>
          <p:nvPr/>
        </p:nvSpPr>
        <p:spPr>
          <a:xfrm>
            <a:off x="7315200" y="19659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 CASE</a:t>
            </a:r>
            <a:endParaRPr lang="en-US" sz="1200"/>
          </a:p>
          <a:p>
            <a:pPr marL="0" indent="0">
              <a:buNone/>
            </a:pPr>
            <a:r>
              <a:rPr lang="en-US" sz="22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Agencia SINC - Salud</a:t>
            </a:r>
            <a:endParaRPr lang="en-US" sz="1200"/>
          </a:p>
        </p:txBody>
      </p:sp>
      <p:sp>
        <p:nvSpPr>
          <p:cNvPr id="15" name="use case bullets"/>
          <p:cNvSpPr txBox="1"/>
          <p:nvPr/>
        </p:nvSpPr>
        <p:spPr>
          <a:xfrm>
            <a:off x="7315200" y="2743200"/>
            <a:ext cx="4114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Spain’s public science news agency (FECYT, Ministry of Science)</a:t>
            </a:r>
            <a:endParaRPr lang="en-US" sz="15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section, 2008-2026: news, features and interviews</a:t>
            </a:r>
            <a:endParaRPr lang="en-US" sz="15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open licence (CC BY 4.0): reusable and checkable</a:t>
            </a:r>
            <a:endParaRPr lang="en-US" sz="150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only</a:t>
            </a:r>
            <a:endParaRPr lang="en-US" sz="1500"/>
          </a:p>
        </p:txBody>
      </p:sp>
      <p:sp>
        <p:nvSpPr>
          <p:cNvPr id="16" name="question card"/>
          <p:cNvSpPr/>
          <p:nvPr/>
        </p:nvSpPr>
        <p:spPr>
          <a:xfrm>
            <a:off x="7040880" y="4937760"/>
            <a:ext cx="457200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question text"/>
          <p:cNvSpPr txBox="1"/>
          <p:nvPr/>
        </p:nvSpPr>
        <p:spPr>
          <a:xfrm>
            <a:off x="7269480" y="493776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>
                <a:solidFill>
                  <a:srgbClr val="F2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400"/>
          </a:p>
          <a:p>
            <a:pPr marL="0" indent="0">
              <a:buNone/>
            </a:pPr>
            <a:r>
              <a:rPr lang="en-US" sz="16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present are women in SINC health news, and how often do they appear in leading roles?</a:t>
            </a:r>
            <a:endParaRPr lang="en-US" sz="11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measure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families of metrics, from simple counts to the role each person plays</a:t>
            </a:r>
            <a:endParaRPr lang="en-US" sz="1700"/>
          </a:p>
        </p:txBody>
      </p:sp>
      <p:sp>
        <p:nvSpPr>
          <p:cNvPr id="4" name="metric card 0"/>
          <p:cNvSpPr/>
          <p:nvPr/>
        </p:nvSpPr>
        <p:spPr>
          <a:xfrm>
            <a:off x="548640" y="1691640"/>
            <a:ext cx="3520440" cy="35687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metric icon 0 circle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metric icon 0 glyp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274320" cy="274320"/>
          </a:xfrm>
          <a:prstGeom prst="rect">
            <a:avLst/>
          </a:prstGeom>
        </p:spPr>
      </p:pic>
      <p:sp>
        <p:nvSpPr>
          <p:cNvPr id="7" name="metric head 0"/>
          <p:cNvSpPr txBox="1"/>
          <p:nvPr/>
        </p:nvSpPr>
        <p:spPr>
          <a:xfrm>
            <a:off x="1463040" y="18562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</a:t>
            </a:r>
            <a:endParaRPr lang="en-US" sz="1900"/>
          </a:p>
          <a:p>
            <a:pPr marL="0" indent="0">
              <a:buNone/>
            </a:pPr>
            <a:r>
              <a:rPr lang="en-US" sz="1400" i="1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women there?</a:t>
            </a:r>
            <a:endParaRPr lang="en-US" sz="1900"/>
          </a:p>
        </p:txBody>
      </p:sp>
      <p:sp>
        <p:nvSpPr>
          <p:cNvPr id="8" name="metric list 0"/>
          <p:cNvSpPr txBox="1"/>
          <p:nvPr/>
        </p:nvSpPr>
        <p:spPr>
          <a:xfrm>
            <a:off x="777240" y="2651760"/>
            <a:ext cx="31089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among all people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named or not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among people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or interviewed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 the article, one category per article: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women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mentioned but not quoted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(present, without a voice);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quoted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(at least one woman speaks). </a:t>
            </a:r>
          </a:p>
        </p:txBody>
      </p:sp>
      <p:sp>
        <p:nvSpPr>
          <p:cNvPr id="9" name="metric card 1"/>
          <p:cNvSpPr/>
          <p:nvPr/>
        </p:nvSpPr>
        <p:spPr>
          <a:xfrm>
            <a:off x="4297680" y="1691640"/>
            <a:ext cx="3520440" cy="35687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metric icon 1 circle"/>
          <p:cNvSpPr/>
          <p:nvPr/>
        </p:nvSpPr>
        <p:spPr>
          <a:xfrm>
            <a:off x="4526280" y="18745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metric icon 1 glyp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11680"/>
            <a:ext cx="274320" cy="274320"/>
          </a:xfrm>
          <a:prstGeom prst="rect">
            <a:avLst/>
          </a:prstGeom>
        </p:spPr>
      </p:pic>
      <p:sp>
        <p:nvSpPr>
          <p:cNvPr id="12" name="metric head 1"/>
          <p:cNvSpPr txBox="1"/>
          <p:nvPr/>
        </p:nvSpPr>
        <p:spPr>
          <a:xfrm>
            <a:off x="5212080" y="18562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Prominence</a:t>
            </a:r>
            <a:endParaRPr lang="en-US" sz="1900"/>
          </a:p>
          <a:p>
            <a:pPr marL="0" indent="0">
              <a:buNone/>
            </a:pPr>
            <a:r>
              <a:rPr lang="en-US" sz="1400" i="1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protagonists?</a:t>
            </a:r>
            <a:endParaRPr lang="en-US" sz="1900"/>
          </a:p>
        </p:txBody>
      </p:sp>
      <p:sp>
        <p:nvSpPr>
          <p:cNvPr id="13" name="metric list 1"/>
          <p:cNvSpPr txBox="1"/>
          <p:nvPr/>
        </p:nvSpPr>
        <p:spPr>
          <a:xfrm>
            <a:off x="4526280" y="2651760"/>
            <a:ext cx="3128752" cy="2121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among the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 quoted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read against P2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part of the study (and whether they lead it), external expert, patient or witness, other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with </a:t>
            </a:r>
            <a:r>
              <a:rPr lang="en-US" sz="15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rather than name alone: women vs men gap</a:t>
            </a:r>
          </a:p>
        </p:txBody>
      </p:sp>
      <p:sp>
        <p:nvSpPr>
          <p:cNvPr id="14" name="metric card 2"/>
          <p:cNvSpPr/>
          <p:nvPr/>
        </p:nvSpPr>
        <p:spPr>
          <a:xfrm>
            <a:off x="8046720" y="1691640"/>
            <a:ext cx="3520440" cy="3568700"/>
          </a:xfrm>
          <a:prstGeom prst="roundRect">
            <a:avLst>
              <a:gd name="adj" fmla="val 3117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metric icon 2 circle"/>
          <p:cNvSpPr/>
          <p:nvPr/>
        </p:nvSpPr>
        <p:spPr>
          <a:xfrm>
            <a:off x="8275320" y="18745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metric icon 2 glyp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011680"/>
            <a:ext cx="274320" cy="274320"/>
          </a:xfrm>
          <a:prstGeom prst="rect">
            <a:avLst/>
          </a:prstGeom>
        </p:spPr>
      </p:pic>
      <p:sp>
        <p:nvSpPr>
          <p:cNvPr id="17" name="metric head 2"/>
          <p:cNvSpPr txBox="1"/>
          <p:nvPr/>
        </p:nvSpPr>
        <p:spPr>
          <a:xfrm>
            <a:off x="8961120" y="1856232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900"/>
          </a:p>
          <a:p>
            <a:pPr marL="0" indent="0">
              <a:buNone/>
            </a:pPr>
            <a:r>
              <a:rPr lang="en-US" sz="1400" i="1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and when?</a:t>
            </a:r>
            <a:endParaRPr lang="en-US" sz="1900"/>
          </a:p>
        </p:txBody>
      </p:sp>
      <p:sp>
        <p:nvSpPr>
          <p:cNvPr id="18" name="metric list 2"/>
          <p:cNvSpPr txBox="1"/>
          <p:nvPr/>
        </p:nvSpPr>
        <p:spPr>
          <a:xfrm>
            <a:off x="8275320" y="2651760"/>
            <a:ext cx="310896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 P2 and R1 by topic and by source: SINC’s own pieces vs press releases</a:t>
            </a:r>
          </a:p>
          <a:p>
            <a:pPr marL="0" indent="0">
              <a:spcAft>
                <a:spcPts val="900"/>
              </a:spcAft>
              <a:buNone/>
            </a:pPr>
            <a:r>
              <a:rPr lang="en-US" sz="1500" b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 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2008–2026, read in three periods: 2008–13, 2014–19, 2020–26</a:t>
            </a:r>
          </a:p>
        </p:txBody>
      </p:sp>
      <p:sp>
        <p:nvSpPr>
          <p:cNvPr id="19" name="topics note"/>
          <p:cNvSpPr txBox="1"/>
          <p:nvPr/>
        </p:nvSpPr>
        <p:spPr>
          <a:xfrm>
            <a:off x="8275320" y="4059712"/>
            <a:ext cx="3092928" cy="862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Topics are SINC’s own 12 health subsections (e.g. </a:t>
            </a:r>
            <a:r>
              <a:rPr lang="en-US" sz="1300" i="1" err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Psiquiatría</a:t>
            </a:r>
            <a:r>
              <a:rPr lang="en-US" sz="1300" i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, Salud </a:t>
            </a:r>
            <a:r>
              <a:rPr lang="en-US" sz="1300" i="1" err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pública</a:t>
            </a:r>
            <a:r>
              <a:rPr lang="en-US" sz="1300" i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), assigned by the newsroom: no AI classification.</a:t>
            </a:r>
          </a:p>
        </p:txBody>
      </p:sp>
      <p:sp>
        <p:nvSpPr>
          <p:cNvPr id="20" name="metric note"/>
          <p:cNvSpPr txBox="1"/>
          <p:nvPr/>
        </p:nvSpPr>
        <p:spPr>
          <a:xfrm>
            <a:off x="548640" y="5808684"/>
            <a:ext cx="11103824" cy="415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300" i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Every metric is reported with its error against human annotation. Trends are read by period: one year alone is too noisy. P3 counts only articles with at least one person of known gender.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93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1,894 SINC health articles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sample of about 100 articles per year, built only from openly licensed content</a:t>
            </a:r>
            <a:endParaRPr lang="en-US" sz="1700"/>
          </a:p>
        </p:txBody>
      </p:sp>
      <p:sp>
        <p:nvSpPr>
          <p:cNvPr id="4" name="funnel 0"/>
          <p:cNvSpPr/>
          <p:nvPr/>
        </p:nvSpPr>
        <p:spPr>
          <a:xfrm>
            <a:off x="548640" y="1691640"/>
            <a:ext cx="33832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funnel text 0"/>
          <p:cNvSpPr txBox="1"/>
          <p:nvPr/>
        </p:nvSpPr>
        <p:spPr>
          <a:xfrm>
            <a:off x="822960" y="1810512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9,571</a:t>
            </a:r>
            <a:endParaRPr lang="en-US" sz="3800"/>
          </a:p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listed in SINC’s Health section</a:t>
            </a:r>
            <a:endParaRPr lang="en-US" sz="3800"/>
          </a:p>
          <a:p>
            <a:pPr marL="0" indent="0">
              <a:buNone/>
            </a:pPr>
            <a:r>
              <a:rPr lang="en-US" sz="13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2007 – October 2026</a:t>
            </a:r>
            <a:endParaRPr lang="en-US" sz="3800"/>
          </a:p>
        </p:txBody>
      </p:sp>
      <p:sp>
        <p:nvSpPr>
          <p:cNvPr id="6" name="funnel arrow 0"/>
          <p:cNvSpPr/>
          <p:nvPr/>
        </p:nvSpPr>
        <p:spPr>
          <a:xfrm>
            <a:off x="4005072" y="2304288"/>
            <a:ext cx="27432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funnel 1"/>
          <p:cNvSpPr/>
          <p:nvPr/>
        </p:nvSpPr>
        <p:spPr>
          <a:xfrm>
            <a:off x="4343400" y="1691640"/>
            <a:ext cx="33832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funnel text 1"/>
          <p:cNvSpPr txBox="1"/>
          <p:nvPr/>
        </p:nvSpPr>
        <p:spPr>
          <a:xfrm>
            <a:off x="4617720" y="1810512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3,230</a:t>
            </a:r>
            <a:endParaRPr lang="en-US" sz="3800"/>
          </a:p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random sample</a:t>
            </a:r>
            <a:endParaRPr lang="en-US" sz="3800"/>
          </a:p>
          <a:p>
            <a:pPr marL="0" indent="0">
              <a:buNone/>
            </a:pPr>
            <a:r>
              <a:rPr lang="en-US" sz="13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per year, 2008–2026 (fixed seed)</a:t>
            </a:r>
            <a:endParaRPr lang="en-US" sz="3800"/>
          </a:p>
        </p:txBody>
      </p:sp>
      <p:sp>
        <p:nvSpPr>
          <p:cNvPr id="9" name="funnel arrow 1"/>
          <p:cNvSpPr/>
          <p:nvPr/>
        </p:nvSpPr>
        <p:spPr>
          <a:xfrm>
            <a:off x="7799832" y="2304288"/>
            <a:ext cx="274320" cy="36576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funnel 2"/>
          <p:cNvSpPr/>
          <p:nvPr/>
        </p:nvSpPr>
        <p:spPr>
          <a:xfrm>
            <a:off x="8138160" y="1691640"/>
            <a:ext cx="3383280" cy="1600200"/>
          </a:xfrm>
          <a:prstGeom prst="roundRect">
            <a:avLst>
              <a:gd name="adj" fmla="val 68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funnel text 2"/>
          <p:cNvSpPr txBox="1"/>
          <p:nvPr/>
        </p:nvSpPr>
        <p:spPr>
          <a:xfrm>
            <a:off x="8412480" y="1810512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1,894</a:t>
            </a:r>
            <a:endParaRPr lang="en-US" sz="3800"/>
          </a:p>
          <a:p>
            <a:pPr marL="0" indent="0">
              <a:buNone/>
            </a:pPr>
            <a:r>
              <a:rPr lang="en-US" sz="15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corpus</a:t>
            </a:r>
            <a:endParaRPr lang="en-US" sz="3800"/>
          </a:p>
          <a:p>
            <a:pPr marL="0" indent="0">
              <a:buNone/>
            </a:pPr>
            <a:r>
              <a:rPr lang="en-US" sz="1300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100 per year, only CC-licensed articles (10 used to tune the prompt)</a:t>
            </a:r>
            <a:endParaRPr lang="en-US" sz="3800"/>
          </a:p>
        </p:txBody>
      </p:sp>
      <p:sp>
        <p:nvSpPr>
          <p:cNvPr id="12" name="data card 0"/>
          <p:cNvSpPr/>
          <p:nvPr/>
        </p:nvSpPr>
        <p:spPr>
          <a:xfrm>
            <a:off x="548640" y="3611880"/>
            <a:ext cx="539496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data icon 0 circle"/>
          <p:cNvSpPr/>
          <p:nvPr/>
        </p:nvSpPr>
        <p:spPr>
          <a:xfrm>
            <a:off x="82296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data icon 0 glyp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931920"/>
            <a:ext cx="274320" cy="274320"/>
          </a:xfrm>
          <a:prstGeom prst="rect">
            <a:avLst/>
          </a:prstGeom>
        </p:spPr>
      </p:pic>
      <p:sp>
        <p:nvSpPr>
          <p:cNvPr id="15" name="data head 0"/>
          <p:cNvSpPr txBox="1"/>
          <p:nvPr/>
        </p:nvSpPr>
        <p:spPr>
          <a:xfrm>
            <a:off x="155448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access the data</a:t>
            </a:r>
            <a:endParaRPr lang="en-US" sz="1800"/>
          </a:p>
        </p:txBody>
      </p:sp>
      <p:sp>
        <p:nvSpPr>
          <p:cNvPr id="16" name="data bullets 0"/>
          <p:cNvSpPr txBox="1"/>
          <p:nvPr/>
        </p:nvSpPr>
        <p:spPr>
          <a:xfrm>
            <a:off x="838992" y="4480560"/>
            <a:ext cx="4905696" cy="101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Public website</a:t>
            </a:r>
            <a:endParaRPr lang="en-US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Licence checked per article: 66 non-CC excluded</a:t>
            </a:r>
            <a:endParaRPr lang="en-US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latin typeface="Calibri"/>
                <a:ea typeface="Calibri"/>
                <a:cs typeface="Calibri"/>
              </a:rPr>
              <a:t>Not included: opinion pieces, “En </a:t>
            </a:r>
            <a:r>
              <a:rPr lang="en-US" sz="1500" err="1">
                <a:latin typeface="Calibri"/>
                <a:ea typeface="Calibri"/>
                <a:cs typeface="Calibri"/>
              </a:rPr>
              <a:t>exclusiva</a:t>
            </a:r>
            <a:r>
              <a:rPr lang="en-US" sz="1500">
                <a:latin typeface="Calibri"/>
                <a:ea typeface="Calibri"/>
                <a:cs typeface="Calibri"/>
              </a:rPr>
              <a:t>”, 2007</a:t>
            </a:r>
          </a:p>
        </p:txBody>
      </p:sp>
      <p:sp>
        <p:nvSpPr>
          <p:cNvPr id="17" name="data card 1"/>
          <p:cNvSpPr/>
          <p:nvPr/>
        </p:nvSpPr>
        <p:spPr>
          <a:xfrm>
            <a:off x="6217920" y="3611880"/>
            <a:ext cx="5394960" cy="2423160"/>
          </a:xfrm>
          <a:prstGeom prst="roundRect">
            <a:avLst>
              <a:gd name="adj" fmla="val 4528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data icon 1 circle"/>
          <p:cNvSpPr/>
          <p:nvPr/>
        </p:nvSpPr>
        <p:spPr>
          <a:xfrm>
            <a:off x="649224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data icon 1 glyp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931920"/>
            <a:ext cx="274320" cy="274320"/>
          </a:xfrm>
          <a:prstGeom prst="rect">
            <a:avLst/>
          </a:prstGeom>
        </p:spPr>
      </p:pic>
      <p:sp>
        <p:nvSpPr>
          <p:cNvPr id="20" name="data head 1"/>
          <p:cNvSpPr txBox="1"/>
          <p:nvPr/>
        </p:nvSpPr>
        <p:spPr>
          <a:xfrm>
            <a:off x="7223760" y="38404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read in each article</a:t>
            </a:r>
            <a:endParaRPr lang="en-US" sz="1800"/>
          </a:p>
        </p:txBody>
      </p:sp>
      <p:sp>
        <p:nvSpPr>
          <p:cNvPr id="21" name="data bullets 1"/>
          <p:cNvSpPr txBox="1"/>
          <p:nvPr/>
        </p:nvSpPr>
        <p:spPr>
          <a:xfrm>
            <a:off x="6537960" y="44805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kicker, lead and body (661 words on average)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Removed: pull quotes, photo captions, references, related boxes</a:t>
            </a:r>
            <a:endParaRPr lang="en-US" sz="15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Interviews: questions marked so answers count as quotes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5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system works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from the web page to the dashboard. Each step is one Python module</a:t>
            </a:r>
            <a:endParaRPr lang="en-US" sz="1700"/>
          </a:p>
        </p:txBody>
      </p:sp>
      <p:sp>
        <p:nvSpPr>
          <p:cNvPr id="4" name="pipeline line"/>
          <p:cNvSpPr/>
          <p:nvPr/>
        </p:nvSpPr>
        <p:spPr>
          <a:xfrm>
            <a:off x="1371600" y="2328588"/>
            <a:ext cx="9418320" cy="0"/>
          </a:xfrm>
          <a:prstGeom prst="line">
            <a:avLst/>
          </a:prstGeom>
          <a:noFill/>
          <a:ln w="25400">
            <a:solidFill>
              <a:srgbClr val="C9C2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tep dot 0"/>
          <p:cNvSpPr/>
          <p:nvPr/>
        </p:nvSpPr>
        <p:spPr>
          <a:xfrm>
            <a:off x="1097280" y="205426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tep num 0"/>
          <p:cNvSpPr txBox="1"/>
          <p:nvPr/>
        </p:nvSpPr>
        <p:spPr>
          <a:xfrm>
            <a:off x="1097280" y="20542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7" name="step card 0"/>
          <p:cNvSpPr/>
          <p:nvPr/>
        </p:nvSpPr>
        <p:spPr>
          <a:xfrm>
            <a:off x="548640" y="2831508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tep head 0"/>
          <p:cNvSpPr txBox="1"/>
          <p:nvPr/>
        </p:nvSpPr>
        <p:spPr>
          <a:xfrm>
            <a:off x="685800" y="29686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8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scrape.py</a:t>
            </a:r>
            <a:endParaRPr lang="en-US" sz="1800"/>
          </a:p>
        </p:txBody>
      </p:sp>
      <p:sp>
        <p:nvSpPr>
          <p:cNvPr id="9" name="step text 0"/>
          <p:cNvSpPr txBox="1"/>
          <p:nvPr/>
        </p:nvSpPr>
        <p:spPr>
          <a:xfrm>
            <a:off x="685800" y="365446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corpus: index, stratified sample, download and licence check.</a:t>
            </a:r>
            <a:endParaRPr lang="en-US" sz="1400"/>
          </a:p>
        </p:txBody>
      </p:sp>
      <p:sp>
        <p:nvSpPr>
          <p:cNvPr id="10" name="step dot 1"/>
          <p:cNvSpPr/>
          <p:nvPr/>
        </p:nvSpPr>
        <p:spPr>
          <a:xfrm>
            <a:off x="2971800" y="2054268"/>
            <a:ext cx="548640" cy="54864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tep num 1"/>
          <p:cNvSpPr txBox="1"/>
          <p:nvPr/>
        </p:nvSpPr>
        <p:spPr>
          <a:xfrm>
            <a:off x="2971800" y="20542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2" name="step card 1"/>
          <p:cNvSpPr/>
          <p:nvPr/>
        </p:nvSpPr>
        <p:spPr>
          <a:xfrm>
            <a:off x="2423160" y="2831508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tep head 1"/>
          <p:cNvSpPr txBox="1"/>
          <p:nvPr/>
        </p:nvSpPr>
        <p:spPr>
          <a:xfrm>
            <a:off x="2560320" y="29686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8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1800"/>
          </a:p>
        </p:txBody>
      </p:sp>
      <p:sp>
        <p:nvSpPr>
          <p:cNvPr id="14" name="step text 1"/>
          <p:cNvSpPr txBox="1"/>
          <p:nvPr/>
        </p:nvSpPr>
        <p:spPr>
          <a:xfrm>
            <a:off x="2560320" y="365446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 LLM reads each article and lists every person in it.</a:t>
            </a:r>
            <a:endParaRPr lang="en-US" sz="1400"/>
          </a:p>
        </p:txBody>
      </p:sp>
      <p:sp>
        <p:nvSpPr>
          <p:cNvPr id="15" name="step dot 2"/>
          <p:cNvSpPr/>
          <p:nvPr/>
        </p:nvSpPr>
        <p:spPr>
          <a:xfrm>
            <a:off x="4846320" y="205426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tep num 2"/>
          <p:cNvSpPr txBox="1"/>
          <p:nvPr/>
        </p:nvSpPr>
        <p:spPr>
          <a:xfrm>
            <a:off x="4846320" y="20542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17" name="step card 2"/>
          <p:cNvSpPr/>
          <p:nvPr/>
        </p:nvSpPr>
        <p:spPr>
          <a:xfrm>
            <a:off x="4297680" y="2831508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tep head 2"/>
          <p:cNvSpPr txBox="1"/>
          <p:nvPr/>
        </p:nvSpPr>
        <p:spPr>
          <a:xfrm>
            <a:off x="4434840" y="29686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8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extract.py</a:t>
            </a:r>
            <a:endParaRPr lang="en-US" sz="1800"/>
          </a:p>
        </p:txBody>
      </p:sp>
      <p:sp>
        <p:nvSpPr>
          <p:cNvPr id="19" name="step text 2"/>
          <p:cNvSpPr txBox="1"/>
          <p:nvPr/>
        </p:nvSpPr>
        <p:spPr>
          <a:xfrm>
            <a:off x="4434840" y="365446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checks the output and that every quote and gender clue is in the text.</a:t>
            </a:r>
            <a:endParaRPr lang="en-US" sz="1400"/>
          </a:p>
        </p:txBody>
      </p:sp>
      <p:sp>
        <p:nvSpPr>
          <p:cNvPr id="20" name="step dot 3"/>
          <p:cNvSpPr/>
          <p:nvPr/>
        </p:nvSpPr>
        <p:spPr>
          <a:xfrm>
            <a:off x="6720840" y="205426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step num 3"/>
          <p:cNvSpPr txBox="1"/>
          <p:nvPr/>
        </p:nvSpPr>
        <p:spPr>
          <a:xfrm>
            <a:off x="6720840" y="20542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sp>
        <p:nvSpPr>
          <p:cNvPr id="22" name="step card 3"/>
          <p:cNvSpPr/>
          <p:nvPr/>
        </p:nvSpPr>
        <p:spPr>
          <a:xfrm>
            <a:off x="6172200" y="2831508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tep head 3"/>
          <p:cNvSpPr txBox="1"/>
          <p:nvPr/>
        </p:nvSpPr>
        <p:spPr>
          <a:xfrm>
            <a:off x="6309360" y="29686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8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metrics.py</a:t>
            </a:r>
            <a:endParaRPr lang="en-US" sz="1800"/>
          </a:p>
        </p:txBody>
      </p:sp>
      <p:sp>
        <p:nvSpPr>
          <p:cNvPr id="24" name="step text 3"/>
          <p:cNvSpPr txBox="1"/>
          <p:nvPr/>
        </p:nvSpPr>
        <p:spPr>
          <a:xfrm>
            <a:off x="6309360" y="365446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people into presence, prominence and distribution metrics.</a:t>
            </a:r>
            <a:endParaRPr lang="en-US" sz="1400"/>
          </a:p>
        </p:txBody>
      </p:sp>
      <p:sp>
        <p:nvSpPr>
          <p:cNvPr id="25" name="step dot 4"/>
          <p:cNvSpPr/>
          <p:nvPr/>
        </p:nvSpPr>
        <p:spPr>
          <a:xfrm>
            <a:off x="8595360" y="205426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tep num 4"/>
          <p:cNvSpPr txBox="1"/>
          <p:nvPr/>
        </p:nvSpPr>
        <p:spPr>
          <a:xfrm>
            <a:off x="8595360" y="20542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/>
          </a:p>
        </p:txBody>
      </p:sp>
      <p:sp>
        <p:nvSpPr>
          <p:cNvPr id="27" name="step card 4"/>
          <p:cNvSpPr/>
          <p:nvPr/>
        </p:nvSpPr>
        <p:spPr>
          <a:xfrm>
            <a:off x="8046720" y="2831508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tep head 4"/>
          <p:cNvSpPr txBox="1"/>
          <p:nvPr/>
        </p:nvSpPr>
        <p:spPr>
          <a:xfrm>
            <a:off x="8183880" y="29686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8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evaluate.py</a:t>
            </a:r>
            <a:endParaRPr lang="en-US" sz="1800"/>
          </a:p>
        </p:txBody>
      </p:sp>
      <p:sp>
        <p:nvSpPr>
          <p:cNvPr id="29" name="step text 4"/>
          <p:cNvSpPr txBox="1"/>
          <p:nvPr/>
        </p:nvSpPr>
        <p:spPr>
          <a:xfrm>
            <a:off x="8183880" y="365446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LLM with human annotation on 40 unseen articles.</a:t>
            </a:r>
            <a:endParaRPr lang="en-US" sz="1400"/>
          </a:p>
        </p:txBody>
      </p:sp>
      <p:sp>
        <p:nvSpPr>
          <p:cNvPr id="30" name="step dot 5"/>
          <p:cNvSpPr/>
          <p:nvPr/>
        </p:nvSpPr>
        <p:spPr>
          <a:xfrm>
            <a:off x="10469880" y="2054268"/>
            <a:ext cx="548640" cy="54864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step num 5"/>
          <p:cNvSpPr txBox="1"/>
          <p:nvPr/>
        </p:nvSpPr>
        <p:spPr>
          <a:xfrm>
            <a:off x="10469880" y="20542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/>
          </a:p>
        </p:txBody>
      </p:sp>
      <p:sp>
        <p:nvSpPr>
          <p:cNvPr id="32" name="step card 5"/>
          <p:cNvSpPr/>
          <p:nvPr/>
        </p:nvSpPr>
        <p:spPr>
          <a:xfrm>
            <a:off x="9921240" y="2831508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3" name="step head 5"/>
          <p:cNvSpPr txBox="1"/>
          <p:nvPr/>
        </p:nvSpPr>
        <p:spPr>
          <a:xfrm>
            <a:off x="10058400" y="2968668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800"/>
          </a:p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1800"/>
          </a:p>
        </p:txBody>
      </p:sp>
      <p:sp>
        <p:nvSpPr>
          <p:cNvPr id="34" name="step text 5"/>
          <p:cNvSpPr txBox="1"/>
          <p:nvPr/>
        </p:nvSpPr>
        <p:spPr>
          <a:xfrm>
            <a:off x="10058400" y="3654468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filters, charts and limitations.</a:t>
            </a:r>
            <a:endParaRPr lang="en-US" sz="1400"/>
          </a:p>
        </p:txBody>
      </p:sp>
      <p:sp>
        <p:nvSpPr>
          <p:cNvPr id="35" name="ai note pill"/>
          <p:cNvSpPr/>
          <p:nvPr/>
        </p:nvSpPr>
        <p:spPr>
          <a:xfrm>
            <a:off x="548640" y="5300388"/>
            <a:ext cx="11064240" cy="566928"/>
          </a:xfrm>
          <a:prstGeom prst="roundRect">
            <a:avLst>
              <a:gd name="adj" fmla="val 19355"/>
            </a:avLst>
          </a:prstGeom>
          <a:solidFill>
            <a:srgbClr val="FBE3EC"/>
          </a:solidFill>
          <a:ln w="6350">
            <a:solidFill>
              <a:srgbClr val="FBE3E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ai note text"/>
          <p:cNvSpPr txBox="1"/>
          <p:nvPr/>
        </p:nvSpPr>
        <p:spPr>
          <a:xfrm>
            <a:off x="777240" y="53003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AI is  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step 2 uses the LLM. Every other step is plain code, so the AI’s output can always be checked and its error measured.</a:t>
            </a:r>
            <a:endParaRPr lang="en-US" sz="140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AI step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reads each article like a trained annotator, following the same written rules</a:t>
            </a:r>
            <a:endParaRPr lang="en-US" sz="1700"/>
          </a:p>
        </p:txBody>
      </p:sp>
      <p:sp>
        <p:nvSpPr>
          <p:cNvPr id="4" name="article card"/>
          <p:cNvSpPr/>
          <p:nvPr/>
        </p:nvSpPr>
        <p:spPr>
          <a:xfrm>
            <a:off x="548640" y="1737360"/>
            <a:ext cx="5029200" cy="2697480"/>
          </a:xfrm>
          <a:prstGeom prst="roundRect">
            <a:avLst>
              <a:gd name="adj" fmla="val 4068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article label"/>
          <p:cNvSpPr txBox="1"/>
          <p:nvPr/>
        </p:nvSpPr>
        <p:spPr>
          <a:xfrm>
            <a:off x="822960" y="22505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(FICTIONAL EXAMPLE)</a:t>
            </a:r>
            <a:endParaRPr lang="en-US" sz="1100"/>
          </a:p>
        </p:txBody>
      </p:sp>
      <p:sp>
        <p:nvSpPr>
          <p:cNvPr id="6" name="article text"/>
          <p:cNvSpPr txBox="1"/>
          <p:nvPr/>
        </p:nvSpPr>
        <p:spPr>
          <a:xfrm>
            <a:off x="822960" y="2636124"/>
            <a:ext cx="4555968" cy="941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riesgo se duplica en mujeres jóvenes», explica </a:t>
            </a:r>
            <a:r>
              <a:rPr lang="en-US" sz="1800" b="1">
                <a:solidFill>
                  <a:schemeClr val="accent1"/>
                </a:solidFill>
                <a:highlight>
                  <a:srgbClr val="E7E2F7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la epidemióloga</a:t>
            </a:r>
            <a:r>
              <a:rPr lang="en-US" sz="18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Marta Ruiz, que </a:t>
            </a:r>
            <a:r>
              <a:rPr lang="en-US" sz="1800" b="1">
                <a:solidFill>
                  <a:schemeClr val="accent1"/>
                </a:solidFill>
                <a:highlight>
                  <a:srgbClr val="E7E2F7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lidera</a:t>
            </a:r>
            <a:r>
              <a:rPr lang="en-US" sz="18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estudio.</a:t>
            </a:r>
            <a:endParaRPr lang="en-US" sz="1800"/>
          </a:p>
        </p:txBody>
      </p:sp>
      <p:sp>
        <p:nvSpPr>
          <p:cNvPr id="8" name="ai arrow"/>
          <p:cNvSpPr/>
          <p:nvPr/>
        </p:nvSpPr>
        <p:spPr>
          <a:xfrm>
            <a:off x="5715000" y="2880360"/>
            <a:ext cx="45720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json card"/>
          <p:cNvSpPr/>
          <p:nvPr/>
        </p:nvSpPr>
        <p:spPr>
          <a:xfrm>
            <a:off x="6309360" y="1737360"/>
            <a:ext cx="5303520" cy="2697480"/>
          </a:xfrm>
          <a:prstGeom prst="roundRect">
            <a:avLst>
              <a:gd name="adj" fmla="val 4068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json label"/>
          <p:cNvSpPr txBox="1"/>
          <p:nvPr/>
        </p:nvSpPr>
        <p:spPr>
          <a:xfrm>
            <a:off x="6583680" y="18745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>
                <a:solidFill>
                  <a:srgbClr val="F2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LLM RETURNS (ONE ENTRY PER PERSON)</a:t>
            </a:r>
            <a:endParaRPr lang="en-US" sz="1100"/>
          </a:p>
        </p:txBody>
      </p:sp>
      <p:sp>
        <p:nvSpPr>
          <p:cNvPr id="11" name="json text"/>
          <p:cNvSpPr txBox="1"/>
          <p:nvPr/>
        </p:nvSpPr>
        <p:spPr>
          <a:xfrm>
            <a:off x="6583680" y="224028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B9B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Marta Ruiz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B9B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          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mujer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B9B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gender_evidence 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epidemióloga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B9B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           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estudio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B9B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leads_study     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B9B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quotes          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["El riesgo se duplica…"]</a:t>
            </a:r>
            <a:endParaRPr lang="en-US" sz="14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B9B0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intro_style      </a:t>
            </a:r>
            <a:r>
              <a:rPr lang="en-US" sz="140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con_credenciales</a:t>
            </a:r>
            <a:endParaRPr lang="en-US" sz="1400"/>
          </a:p>
        </p:txBody>
      </p:sp>
      <p:sp>
        <p:nvSpPr>
          <p:cNvPr id="12" name="idea icon 0 circle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dea icon 0 glyp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937760"/>
            <a:ext cx="274320" cy="274320"/>
          </a:xfrm>
          <a:prstGeom prst="rect">
            <a:avLst/>
          </a:prstGeom>
        </p:spPr>
      </p:pic>
      <p:sp>
        <p:nvSpPr>
          <p:cNvPr id="14" name="idea text 0"/>
          <p:cNvSpPr txBox="1"/>
          <p:nvPr/>
        </p:nvSpPr>
        <p:spPr>
          <a:xfrm>
            <a:off x="1234440" y="4727448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from grammar, not names</a:t>
            </a:r>
            <a:endParaRPr lang="en-US" sz="15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words in the text count: “la epidemióloga” is evidence, the name “Marta” is not.</a:t>
            </a:r>
            <a:endParaRPr lang="en-US" sz="1500"/>
          </a:p>
        </p:txBody>
      </p:sp>
      <p:sp>
        <p:nvSpPr>
          <p:cNvPr id="15" name="idea icon 1 circle"/>
          <p:cNvSpPr/>
          <p:nvPr/>
        </p:nvSpPr>
        <p:spPr>
          <a:xfrm>
            <a:off x="4297680" y="480060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dea icon 1 glyp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937760"/>
            <a:ext cx="274320" cy="274320"/>
          </a:xfrm>
          <a:prstGeom prst="rect">
            <a:avLst/>
          </a:prstGeom>
        </p:spPr>
      </p:pic>
      <p:sp>
        <p:nvSpPr>
          <p:cNvPr id="17" name="idea text 1"/>
          <p:cNvSpPr txBox="1"/>
          <p:nvPr/>
        </p:nvSpPr>
        <p:spPr>
          <a:xfrm>
            <a:off x="4983480" y="4727448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invented quotes</a:t>
            </a:r>
            <a:endParaRPr lang="en-US" sz="15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quote and every gender clue must appear word for word in the article, or it is rejected.</a:t>
            </a:r>
            <a:endParaRPr lang="en-US" sz="1500"/>
          </a:p>
        </p:txBody>
      </p:sp>
      <p:sp>
        <p:nvSpPr>
          <p:cNvPr id="18" name="idea icon 2 circle"/>
          <p:cNvSpPr/>
          <p:nvPr/>
        </p:nvSpPr>
        <p:spPr>
          <a:xfrm>
            <a:off x="8046720" y="48006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dea icon 2 glyp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4937760"/>
            <a:ext cx="274320" cy="274320"/>
          </a:xfrm>
          <a:prstGeom prst="rect">
            <a:avLst/>
          </a:prstGeom>
        </p:spPr>
      </p:pic>
      <p:sp>
        <p:nvSpPr>
          <p:cNvPr id="20" name="idea text 2"/>
          <p:cNvSpPr txBox="1"/>
          <p:nvPr/>
        </p:nvSpPr>
        <p:spPr>
          <a:xfrm>
            <a:off x="8732520" y="4727448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swappable model</a:t>
            </a:r>
            <a:endParaRPr lang="en-US" sz="15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OpenAI-compatible endpoint. Default: open model qwen3.8:27b</a:t>
            </a:r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(Apache 2.0).</a:t>
            </a:r>
            <a:endParaRPr lang="en-US" sz="15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know it works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annotated 50 articles by hand and kept 40 of them hidden until the final test</a:t>
            </a:r>
            <a:endParaRPr lang="en-US" sz="1700"/>
          </a:p>
        </p:txBody>
      </p:sp>
      <p:sp>
        <p:nvSpPr>
          <p:cNvPr id="4" name="annotation card"/>
          <p:cNvSpPr/>
          <p:nvPr/>
        </p:nvSpPr>
        <p:spPr>
          <a:xfrm>
            <a:off x="548640" y="1737360"/>
            <a:ext cx="5120640" cy="4434840"/>
          </a:xfrm>
          <a:prstGeom prst="roundRect">
            <a:avLst>
              <a:gd name="adj" fmla="val 2474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grid label"/>
          <p:cNvSpPr txBox="1"/>
          <p:nvPr/>
        </p:nvSpPr>
        <p:spPr>
          <a:xfrm>
            <a:off x="82296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HAND-ANNOTATED ARTICLES</a:t>
            </a:r>
            <a:endParaRPr lang="en-US" sz="1200"/>
          </a:p>
        </p:txBody>
      </p:sp>
      <p:sp>
        <p:nvSpPr>
          <p:cNvPr id="6" name="article square 0"/>
          <p:cNvSpPr/>
          <p:nvPr/>
        </p:nvSpPr>
        <p:spPr>
          <a:xfrm>
            <a:off x="868680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article square 1"/>
          <p:cNvSpPr/>
          <p:nvPr/>
        </p:nvSpPr>
        <p:spPr>
          <a:xfrm>
            <a:off x="1307592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article square 2"/>
          <p:cNvSpPr/>
          <p:nvPr/>
        </p:nvSpPr>
        <p:spPr>
          <a:xfrm>
            <a:off x="1746504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article square 3"/>
          <p:cNvSpPr/>
          <p:nvPr/>
        </p:nvSpPr>
        <p:spPr>
          <a:xfrm>
            <a:off x="2185416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article square 4"/>
          <p:cNvSpPr/>
          <p:nvPr/>
        </p:nvSpPr>
        <p:spPr>
          <a:xfrm>
            <a:off x="2624328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article square 5"/>
          <p:cNvSpPr/>
          <p:nvPr/>
        </p:nvSpPr>
        <p:spPr>
          <a:xfrm>
            <a:off x="3063240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article square 6"/>
          <p:cNvSpPr/>
          <p:nvPr/>
        </p:nvSpPr>
        <p:spPr>
          <a:xfrm>
            <a:off x="3502152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article square 7"/>
          <p:cNvSpPr/>
          <p:nvPr/>
        </p:nvSpPr>
        <p:spPr>
          <a:xfrm>
            <a:off x="3941064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article square 8"/>
          <p:cNvSpPr/>
          <p:nvPr/>
        </p:nvSpPr>
        <p:spPr>
          <a:xfrm>
            <a:off x="4379976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article square 9"/>
          <p:cNvSpPr/>
          <p:nvPr/>
        </p:nvSpPr>
        <p:spPr>
          <a:xfrm>
            <a:off x="4818888" y="2286000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article square 10"/>
          <p:cNvSpPr/>
          <p:nvPr/>
        </p:nvSpPr>
        <p:spPr>
          <a:xfrm>
            <a:off x="868680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article square 11"/>
          <p:cNvSpPr/>
          <p:nvPr/>
        </p:nvSpPr>
        <p:spPr>
          <a:xfrm>
            <a:off x="1307592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article square 12"/>
          <p:cNvSpPr/>
          <p:nvPr/>
        </p:nvSpPr>
        <p:spPr>
          <a:xfrm>
            <a:off x="1746504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article square 13"/>
          <p:cNvSpPr/>
          <p:nvPr/>
        </p:nvSpPr>
        <p:spPr>
          <a:xfrm>
            <a:off x="2185416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article square 14"/>
          <p:cNvSpPr/>
          <p:nvPr/>
        </p:nvSpPr>
        <p:spPr>
          <a:xfrm>
            <a:off x="2624328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article square 15"/>
          <p:cNvSpPr/>
          <p:nvPr/>
        </p:nvSpPr>
        <p:spPr>
          <a:xfrm>
            <a:off x="3063240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article square 16"/>
          <p:cNvSpPr/>
          <p:nvPr/>
        </p:nvSpPr>
        <p:spPr>
          <a:xfrm>
            <a:off x="3502152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article square 17"/>
          <p:cNvSpPr/>
          <p:nvPr/>
        </p:nvSpPr>
        <p:spPr>
          <a:xfrm>
            <a:off x="3941064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article square 18"/>
          <p:cNvSpPr/>
          <p:nvPr/>
        </p:nvSpPr>
        <p:spPr>
          <a:xfrm>
            <a:off x="4379976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article square 19"/>
          <p:cNvSpPr/>
          <p:nvPr/>
        </p:nvSpPr>
        <p:spPr>
          <a:xfrm>
            <a:off x="4818888" y="2670048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article square 20"/>
          <p:cNvSpPr/>
          <p:nvPr/>
        </p:nvSpPr>
        <p:spPr>
          <a:xfrm>
            <a:off x="868680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article square 21"/>
          <p:cNvSpPr/>
          <p:nvPr/>
        </p:nvSpPr>
        <p:spPr>
          <a:xfrm>
            <a:off x="1307592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article square 22"/>
          <p:cNvSpPr/>
          <p:nvPr/>
        </p:nvSpPr>
        <p:spPr>
          <a:xfrm>
            <a:off x="1746504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article square 23"/>
          <p:cNvSpPr/>
          <p:nvPr/>
        </p:nvSpPr>
        <p:spPr>
          <a:xfrm>
            <a:off x="2185416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0" name="article square 24"/>
          <p:cNvSpPr/>
          <p:nvPr/>
        </p:nvSpPr>
        <p:spPr>
          <a:xfrm>
            <a:off x="2624328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article square 25"/>
          <p:cNvSpPr/>
          <p:nvPr/>
        </p:nvSpPr>
        <p:spPr>
          <a:xfrm>
            <a:off x="3063240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2" name="article square 26"/>
          <p:cNvSpPr/>
          <p:nvPr/>
        </p:nvSpPr>
        <p:spPr>
          <a:xfrm>
            <a:off x="3502152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article square 27"/>
          <p:cNvSpPr/>
          <p:nvPr/>
        </p:nvSpPr>
        <p:spPr>
          <a:xfrm>
            <a:off x="3941064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4" name="article square 28"/>
          <p:cNvSpPr/>
          <p:nvPr/>
        </p:nvSpPr>
        <p:spPr>
          <a:xfrm>
            <a:off x="4379976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article square 29"/>
          <p:cNvSpPr/>
          <p:nvPr/>
        </p:nvSpPr>
        <p:spPr>
          <a:xfrm>
            <a:off x="4818888" y="3054096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article square 30"/>
          <p:cNvSpPr/>
          <p:nvPr/>
        </p:nvSpPr>
        <p:spPr>
          <a:xfrm>
            <a:off x="868680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article square 31"/>
          <p:cNvSpPr/>
          <p:nvPr/>
        </p:nvSpPr>
        <p:spPr>
          <a:xfrm>
            <a:off x="1307592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8" name="article square 32"/>
          <p:cNvSpPr/>
          <p:nvPr/>
        </p:nvSpPr>
        <p:spPr>
          <a:xfrm>
            <a:off x="1746504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article square 33"/>
          <p:cNvSpPr/>
          <p:nvPr/>
        </p:nvSpPr>
        <p:spPr>
          <a:xfrm>
            <a:off x="2185416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article square 34"/>
          <p:cNvSpPr/>
          <p:nvPr/>
        </p:nvSpPr>
        <p:spPr>
          <a:xfrm>
            <a:off x="2624328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article square 35"/>
          <p:cNvSpPr/>
          <p:nvPr/>
        </p:nvSpPr>
        <p:spPr>
          <a:xfrm>
            <a:off x="3063240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2" name="article square 36"/>
          <p:cNvSpPr/>
          <p:nvPr/>
        </p:nvSpPr>
        <p:spPr>
          <a:xfrm>
            <a:off x="3502152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article square 37"/>
          <p:cNvSpPr/>
          <p:nvPr/>
        </p:nvSpPr>
        <p:spPr>
          <a:xfrm>
            <a:off x="3941064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article square 38"/>
          <p:cNvSpPr/>
          <p:nvPr/>
        </p:nvSpPr>
        <p:spPr>
          <a:xfrm>
            <a:off x="4379976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article square 39"/>
          <p:cNvSpPr/>
          <p:nvPr/>
        </p:nvSpPr>
        <p:spPr>
          <a:xfrm>
            <a:off x="4818888" y="3438144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6" name="article square 40"/>
          <p:cNvSpPr/>
          <p:nvPr/>
        </p:nvSpPr>
        <p:spPr>
          <a:xfrm>
            <a:off x="868680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article square 41"/>
          <p:cNvSpPr/>
          <p:nvPr/>
        </p:nvSpPr>
        <p:spPr>
          <a:xfrm>
            <a:off x="1307592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8" name="article square 42"/>
          <p:cNvSpPr/>
          <p:nvPr/>
        </p:nvSpPr>
        <p:spPr>
          <a:xfrm>
            <a:off x="1746504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article square 43"/>
          <p:cNvSpPr/>
          <p:nvPr/>
        </p:nvSpPr>
        <p:spPr>
          <a:xfrm>
            <a:off x="2185416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0" name="article square 44"/>
          <p:cNvSpPr/>
          <p:nvPr/>
        </p:nvSpPr>
        <p:spPr>
          <a:xfrm>
            <a:off x="2624328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article square 45"/>
          <p:cNvSpPr/>
          <p:nvPr/>
        </p:nvSpPr>
        <p:spPr>
          <a:xfrm>
            <a:off x="3063240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2" name="article square 46"/>
          <p:cNvSpPr/>
          <p:nvPr/>
        </p:nvSpPr>
        <p:spPr>
          <a:xfrm>
            <a:off x="3502152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article square 47"/>
          <p:cNvSpPr/>
          <p:nvPr/>
        </p:nvSpPr>
        <p:spPr>
          <a:xfrm>
            <a:off x="3941064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4" name="article square 48"/>
          <p:cNvSpPr/>
          <p:nvPr/>
        </p:nvSpPr>
        <p:spPr>
          <a:xfrm>
            <a:off x="4379976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5" name="article square 49"/>
          <p:cNvSpPr/>
          <p:nvPr/>
        </p:nvSpPr>
        <p:spPr>
          <a:xfrm>
            <a:off x="4818888" y="3822192"/>
            <a:ext cx="347472" cy="301752"/>
          </a:xfrm>
          <a:prstGeom prst="roundRect">
            <a:avLst>
              <a:gd name="adj" fmla="val 15152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6" name="legend sq 0"/>
          <p:cNvSpPr/>
          <p:nvPr/>
        </p:nvSpPr>
        <p:spPr>
          <a:xfrm>
            <a:off x="868680" y="4407408"/>
            <a:ext cx="274320" cy="246888"/>
          </a:xfrm>
          <a:prstGeom prst="roundRect">
            <a:avLst>
              <a:gd name="adj" fmla="val 1851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legend text 0"/>
          <p:cNvSpPr txBox="1"/>
          <p:nvPr/>
        </p:nvSpPr>
        <p:spPr>
          <a:xfrm>
            <a:off x="1280160" y="4352544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shared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by all three, independently, to calibrate the rules</a:t>
            </a:r>
            <a:endParaRPr lang="en-US" sz="1300"/>
          </a:p>
        </p:txBody>
      </p:sp>
      <p:sp>
        <p:nvSpPr>
          <p:cNvPr id="58" name="legend sq 1"/>
          <p:cNvSpPr/>
          <p:nvPr/>
        </p:nvSpPr>
        <p:spPr>
          <a:xfrm>
            <a:off x="868680" y="4956048"/>
            <a:ext cx="274320" cy="246888"/>
          </a:xfrm>
          <a:prstGeom prst="roundRect">
            <a:avLst>
              <a:gd name="adj" fmla="val 1851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9" name="legend text 1"/>
          <p:cNvSpPr txBox="1"/>
          <p:nvPr/>
        </p:nvSpPr>
        <p:spPr>
          <a:xfrm>
            <a:off x="1280160" y="4901184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development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(the 2 shared + 8) used to tune the prompt</a:t>
            </a:r>
            <a:endParaRPr lang="en-US" sz="1300"/>
          </a:p>
        </p:txBody>
      </p:sp>
      <p:sp>
        <p:nvSpPr>
          <p:cNvPr id="60" name="legend sq 2"/>
          <p:cNvSpPr/>
          <p:nvPr/>
        </p:nvSpPr>
        <p:spPr>
          <a:xfrm>
            <a:off x="868680" y="5504688"/>
            <a:ext cx="274320" cy="246888"/>
          </a:xfrm>
          <a:prstGeom prst="roundRect">
            <a:avLst>
              <a:gd name="adj" fmla="val 18519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legend text 2"/>
          <p:cNvSpPr txBox="1"/>
          <p:nvPr/>
        </p:nvSpPr>
        <p:spPr>
          <a:xfrm>
            <a:off x="1280160" y="5449824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test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seen while developing: final evaluation only</a:t>
            </a:r>
            <a:endParaRPr lang="en-US" sz="1300"/>
          </a:p>
        </p:txBody>
      </p:sp>
      <p:sp>
        <p:nvSpPr>
          <p:cNvPr id="62" name="results head"/>
          <p:cNvSpPr txBox="1"/>
          <p:nvPr/>
        </p:nvSpPr>
        <p:spPr>
          <a:xfrm>
            <a:off x="6035040" y="1737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900"/>
          </a:p>
        </p:txBody>
      </p:sp>
      <p:graphicFrame>
        <p:nvGraphicFramePr>
          <p:cNvPr id="63" name="evaluati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697839"/>
              </p:ext>
            </p:extLst>
          </p:nvPr>
        </p:nvGraphicFramePr>
        <p:xfrm>
          <a:off x="6035040" y="2194560"/>
          <a:ext cx="5577840" cy="3035808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check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vs human</a:t>
                      </a:r>
                      <a:endParaRPr lang="en-US" sz="14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 found (F1)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 correct (no woman ↔ man swaps)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86 %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correct (study 100 %, external experts 42 %)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88 %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on P1 · women mentioned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−3.6 pp [−8.9, +1.0]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on P2 · women quoted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−3.5 pp [−8.0, +0.3]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on P3 · articles with no women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+4.7 pp [0.0, +12.2]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on R1 · first quoted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−2.3 pp [−9.3, +3.5]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on R2 · study leaders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−5.9 pp [−24.3, +10.0]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on R3 · credentials gap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−2.9 pp [−10.0, +1.4]</a:t>
                      </a:r>
                      <a:endParaRPr lang="en-US" sz="13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9"/>
                  </a:ext>
                </a:extLst>
              </a:tr>
            </a:tbl>
          </a:graphicData>
        </a:graphic>
      </p:graphicFrame>
      <p:sp>
        <p:nvSpPr>
          <p:cNvPr id="64" name="criterion card"/>
          <p:cNvSpPr/>
          <p:nvPr/>
        </p:nvSpPr>
        <p:spPr>
          <a:xfrm>
            <a:off x="6035040" y="5440680"/>
            <a:ext cx="55778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criterion text"/>
          <p:cNvSpPr txBox="1"/>
          <p:nvPr/>
        </p:nvSpPr>
        <p:spPr>
          <a:xfrm>
            <a:off x="6217920" y="544068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criterion: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 on each final metric, with a 95 % interval. Negative = the LLM underestimates women; every result is corrected for it.</a:t>
            </a:r>
            <a:endParaRPr lang="en-US" sz="130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3653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presence of women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about 4 in 10 of the people in SINC health news, up from 3 in 10 in 2008–2013</a:t>
            </a:r>
          </a:p>
        </p:txBody>
      </p:sp>
      <p:sp>
        <p:nvSpPr>
          <p:cNvPr id="4" name="stat card 0"/>
          <p:cNvSpPr/>
          <p:nvPr/>
        </p:nvSpPr>
        <p:spPr>
          <a:xfrm>
            <a:off x="548640" y="1783080"/>
            <a:ext cx="35661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tat value 0"/>
          <p:cNvSpPr txBox="1"/>
          <p:nvPr/>
        </p:nvSpPr>
        <p:spPr>
          <a:xfrm>
            <a:off x="777240" y="178308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39 %</a:t>
            </a:r>
            <a:endParaRPr lang="en-US" sz="3600"/>
          </a:p>
        </p:txBody>
      </p:sp>
      <p:sp>
        <p:nvSpPr>
          <p:cNvPr id="6" name="stat label 0"/>
          <p:cNvSpPr txBox="1"/>
          <p:nvPr/>
        </p:nvSpPr>
        <p:spPr>
          <a:xfrm>
            <a:off x="2194560" y="178308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people mentioned are women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34–45 % · LLM 35 %</a:t>
            </a:r>
          </a:p>
        </p:txBody>
      </p:sp>
      <p:sp>
        <p:nvSpPr>
          <p:cNvPr id="7" name="stat card 1"/>
          <p:cNvSpPr/>
          <p:nvPr/>
        </p:nvSpPr>
        <p:spPr>
          <a:xfrm>
            <a:off x="548640" y="3200400"/>
            <a:ext cx="35661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8" name="stat value 1"/>
          <p:cNvSpPr txBox="1"/>
          <p:nvPr/>
        </p:nvSpPr>
        <p:spPr>
          <a:xfrm>
            <a:off x="777240" y="320040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40 %</a:t>
            </a:r>
            <a:endParaRPr lang="en-US" sz="3600"/>
          </a:p>
        </p:txBody>
      </p:sp>
      <p:sp>
        <p:nvSpPr>
          <p:cNvPr id="9" name="stat label 1"/>
          <p:cNvSpPr txBox="1"/>
          <p:nvPr/>
        </p:nvSpPr>
        <p:spPr>
          <a:xfrm>
            <a:off x="2194560" y="320040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people quoted directly are women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 36–45 % · LLM 36 %</a:t>
            </a:r>
          </a:p>
        </p:txBody>
      </p:sp>
      <p:sp>
        <p:nvSpPr>
          <p:cNvPr id="10" name="stat card 2"/>
          <p:cNvSpPr/>
          <p:nvPr/>
        </p:nvSpPr>
        <p:spPr>
          <a:xfrm>
            <a:off x="548640" y="4617720"/>
            <a:ext cx="3566160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tat value 2"/>
          <p:cNvSpPr txBox="1"/>
          <p:nvPr/>
        </p:nvSpPr>
        <p:spPr>
          <a:xfrm>
            <a:off x="777240" y="4617720"/>
            <a:ext cx="1463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47 %</a:t>
            </a:r>
            <a:endParaRPr lang="en-US" sz="3600"/>
          </a:p>
        </p:txBody>
      </p:sp>
      <p:sp>
        <p:nvSpPr>
          <p:cNvPr id="12" name="stat label 2"/>
          <p:cNvSpPr txBox="1"/>
          <p:nvPr/>
        </p:nvSpPr>
        <p:spPr>
          <a:xfrm>
            <a:off x="2194560" y="4617720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  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articles quote at least one woman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31 % in 2008–13 → 55 % in 2020–26</a:t>
            </a:r>
          </a:p>
        </p:txBody>
      </p:sp>
      <p:sp>
        <p:nvSpPr>
          <p:cNvPr id="16" name="reference slot text"/>
          <p:cNvSpPr txBox="1"/>
          <p:nvPr/>
        </p:nvSpPr>
        <p:spPr>
          <a:xfrm>
            <a:off x="4432300" y="5681024"/>
            <a:ext cx="7205188" cy="714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Reference:</a:t>
            </a:r>
            <a:r>
              <a:rPr lang="en-US" sz="1400">
                <a:solidFill>
                  <a:schemeClr val="accent5"/>
                </a:solidFill>
                <a:ea typeface="+mn-lt"/>
                <a:cs typeface="+mn-lt"/>
              </a:rPr>
              <a:t> women are 39.6 % of research staff in Spain (</a:t>
            </a:r>
            <a:r>
              <a:rPr lang="en-US" sz="1400" err="1">
                <a:solidFill>
                  <a:schemeClr val="accent5"/>
                </a:solidFill>
                <a:ea typeface="+mn-lt"/>
                <a:cs typeface="+mn-lt"/>
              </a:rPr>
              <a:t>Científicas</a:t>
            </a:r>
            <a:r>
              <a:rPr lang="en-US" sz="1400">
                <a:solidFill>
                  <a:schemeClr val="accent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accent5"/>
                </a:solidFill>
                <a:ea typeface="+mn-lt"/>
                <a:cs typeface="+mn-lt"/>
              </a:rPr>
              <a:t>en</a:t>
            </a:r>
            <a:r>
              <a:rPr lang="en-US" sz="1400">
                <a:solidFill>
                  <a:schemeClr val="accent5"/>
                </a:solidFill>
                <a:ea typeface="+mn-lt"/>
                <a:cs typeface="+mn-lt"/>
              </a:rPr>
              <a:t> </a:t>
            </a:r>
            <a:r>
              <a:rPr lang="en-US" sz="1400" err="1">
                <a:solidFill>
                  <a:schemeClr val="accent5"/>
                </a:solidFill>
                <a:ea typeface="+mn-lt"/>
                <a:cs typeface="+mn-lt"/>
              </a:rPr>
              <a:t>Cifras</a:t>
            </a:r>
            <a:r>
              <a:rPr lang="en-US" sz="1400">
                <a:solidFill>
                  <a:schemeClr val="accent5"/>
                </a:solidFill>
                <a:ea typeface="+mn-lt"/>
                <a:cs typeface="+mn-lt"/>
              </a:rPr>
              <a:t> 2025, MICIU; 2023 data) and 54 % of researchers in medical and health sciences (Eurostat </a:t>
            </a:r>
            <a:r>
              <a:rPr lang="en-US" sz="1400" err="1">
                <a:solidFill>
                  <a:schemeClr val="accent5"/>
                </a:solidFill>
                <a:ea typeface="+mn-lt"/>
                <a:cs typeface="+mn-lt"/>
              </a:rPr>
              <a:t>rd_p_perssci</a:t>
            </a:r>
            <a:r>
              <a:rPr lang="en-US" sz="1400">
                <a:solidFill>
                  <a:schemeClr val="accent5"/>
                </a:solidFill>
                <a:ea typeface="+mn-lt"/>
                <a:cs typeface="+mn-lt"/>
              </a:rPr>
              <a:t>, 2023 headcount; universities and government sector).</a:t>
            </a:r>
            <a:endParaRPr lang="en-US" sz="1400">
              <a:solidFill>
                <a:schemeClr val="accent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0" name="chart label"/>
          <p:cNvSpPr txBox="1"/>
          <p:nvPr/>
        </p:nvSpPr>
        <p:spPr>
          <a:xfrm>
            <a:off x="4432300" y="1778000"/>
            <a:ext cx="71755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among people quoted directly (P2), by period</a:t>
            </a:r>
          </a:p>
          <a:p>
            <a:pPr marL="0" indent="0">
              <a:buNone/>
            </a:pPr>
            <a:r>
              <a:rPr lang="en-US" sz="12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values; people mentioned (P1) follow the same path, 30 % → 40 %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4432300" y="2362200"/>
          <a:ext cx="7175500" cy="330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2" name="GrowthArrow f31 0"/>
          <p:cNvGrpSpPr/>
          <p:nvPr/>
        </p:nvGrpSpPr>
        <p:grpSpPr>
          <a:xfrm>
            <a:off x="5803890" y="2829766"/>
            <a:ext cx="4432320" cy="783943"/>
            <a:chOff x="5803890" y="2829766"/>
            <a:chExt cx="4432320" cy="783943"/>
          </a:xfrm>
        </p:grpSpPr>
        <p:cxnSp>
          <p:nvCxnSpPr>
            <p:cNvPr id="33" name="GrowthArrow f31 0 rise"/>
            <p:cNvCxnSpPr/>
            <p:nvPr/>
          </p:nvCxnSpPr>
          <p:spPr>
            <a:xfrm flipV="1">
              <a:off x="5803890" y="2954766"/>
              <a:ext cx="1" cy="658943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4" name="GrowthArrow f31 0 line"/>
            <p:cNvCxnSpPr/>
            <p:nvPr/>
          </p:nvCxnSpPr>
          <p:spPr>
            <a:xfrm>
              <a:off x="5803890" y="2954766"/>
              <a:ext cx="4432320" cy="1"/>
            </a:xfrm>
            <a:prstGeom prst="line">
              <a:avLst/>
            </a:prstGeom>
            <a:ln w="12700">
              <a:solidFill>
                <a:srgbClr val="595959"/>
              </a:solidFill>
            </a:ln>
          </p:spPr>
        </p:cxnSp>
        <p:cxnSp>
          <p:nvCxnSpPr>
            <p:cNvPr id="35" name="GrowthArrow f31 0 drop"/>
            <p:cNvCxnSpPr/>
            <p:nvPr/>
          </p:nvCxnSpPr>
          <p:spPr>
            <a:xfrm>
              <a:off x="10236210" y="2954766"/>
              <a:ext cx="1" cy="205000"/>
            </a:xfrm>
            <a:prstGeom prst="line">
              <a:avLst/>
            </a:prstGeom>
            <a:ln w="12700">
              <a:solidFill>
                <a:srgbClr val="595959"/>
              </a:solidFill>
              <a:tailEnd type="triangle" w="med" len="med"/>
            </a:ln>
          </p:spPr>
        </p:cxnSp>
        <p:sp>
          <p:nvSpPr>
            <p:cNvPr id="36" name="GrowthArrow f31 0 label"/>
            <p:cNvSpPr txBox="1"/>
            <p:nvPr/>
          </p:nvSpPr>
          <p:spPr>
            <a:xfrm>
              <a:off x="7605250" y="2829766"/>
              <a:ext cx="829600" cy="250000"/>
            </a:xfrm>
            <a:prstGeom prst="rect">
              <a:avLst/>
            </a:prstGeom>
            <a:solidFill>
              <a:srgbClr val="FFFFFF"/>
            </a:solidFill>
          </p:spPr>
          <p:txBody>
            <a:bodyPr wrap="square" anchor="ctr">
              <a:normAutofit fontScale="77500" lnSpcReduction="20000"/>
            </a:bodyPr>
            <a:lstStyle/>
            <a:p>
              <a:pPr algn="ctr"/>
              <a:r>
                <a:rPr lang="en-US" sz="1600" b="1">
                  <a:solidFill>
                    <a:srgbClr val="2B1F5C"/>
                  </a:solidFill>
                  <a:latin typeface="Calibri"/>
                </a:rPr>
                <a:t>+10 pp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1193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leading roles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are as prominent as men: 38 % of the first people quoted and of the study members</a:t>
            </a:r>
          </a:p>
        </p:txBody>
      </p:sp>
      <p:sp>
        <p:nvSpPr>
          <p:cNvPr id="6" name="pstat card 0"/>
          <p:cNvSpPr/>
          <p:nvPr/>
        </p:nvSpPr>
        <p:spPr>
          <a:xfrm>
            <a:off x="6903720" y="1783080"/>
            <a:ext cx="22860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pstat value 0"/>
          <p:cNvSpPr txBox="1"/>
          <p:nvPr/>
        </p:nvSpPr>
        <p:spPr>
          <a:xfrm>
            <a:off x="7086600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38 %</a:t>
            </a:r>
            <a:endParaRPr lang="en-US" sz="2800"/>
          </a:p>
        </p:txBody>
      </p:sp>
      <p:sp>
        <p:nvSpPr>
          <p:cNvPr id="8" name="pstat label 0"/>
          <p:cNvSpPr txBox="1"/>
          <p:nvPr/>
        </p:nvSpPr>
        <p:spPr>
          <a:xfrm>
            <a:off x="7086600" y="24048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first people quoted are women (P2: 40 %)</a:t>
            </a:r>
          </a:p>
        </p:txBody>
      </p:sp>
      <p:sp>
        <p:nvSpPr>
          <p:cNvPr id="9" name="pstat card 1"/>
          <p:cNvSpPr/>
          <p:nvPr/>
        </p:nvSpPr>
        <p:spPr>
          <a:xfrm>
            <a:off x="9299448" y="1783080"/>
            <a:ext cx="22860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pstat value 1"/>
          <p:cNvSpPr txBox="1"/>
          <p:nvPr/>
        </p:nvSpPr>
        <p:spPr>
          <a:xfrm>
            <a:off x="9482328" y="1874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38 %</a:t>
            </a:r>
            <a:endParaRPr lang="en-US" sz="2800"/>
          </a:p>
        </p:txBody>
      </p:sp>
      <p:sp>
        <p:nvSpPr>
          <p:cNvPr id="11" name="pstat label 1"/>
          <p:cNvSpPr txBox="1"/>
          <p:nvPr/>
        </p:nvSpPr>
        <p:spPr>
          <a:xfrm>
            <a:off x="9482328" y="240487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people in the study are women</a:t>
            </a:r>
          </a:p>
        </p:txBody>
      </p:sp>
      <p:sp>
        <p:nvSpPr>
          <p:cNvPr id="12" name="pstat card 2"/>
          <p:cNvSpPr/>
          <p:nvPr/>
        </p:nvSpPr>
        <p:spPr>
          <a:xfrm>
            <a:off x="6903720" y="3337560"/>
            <a:ext cx="22860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pstat value 2"/>
          <p:cNvSpPr txBox="1"/>
          <p:nvPr/>
        </p:nvSpPr>
        <p:spPr>
          <a:xfrm>
            <a:off x="7086600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97 %</a:t>
            </a:r>
            <a:endParaRPr lang="en-US" sz="2800"/>
          </a:p>
        </p:txBody>
      </p:sp>
      <p:sp>
        <p:nvSpPr>
          <p:cNvPr id="14" name="pstat label 2"/>
          <p:cNvSpPr txBox="1"/>
          <p:nvPr/>
        </p:nvSpPr>
        <p:spPr>
          <a:xfrm>
            <a:off x="7086600" y="395935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introduced with credentials (men: 98 %)</a:t>
            </a:r>
          </a:p>
        </p:txBody>
      </p:sp>
      <p:sp>
        <p:nvSpPr>
          <p:cNvPr id="15" name="pstat card 3"/>
          <p:cNvSpPr/>
          <p:nvPr/>
        </p:nvSpPr>
        <p:spPr>
          <a:xfrm>
            <a:off x="9299448" y="3337560"/>
            <a:ext cx="2286000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pstat value 3"/>
          <p:cNvSpPr txBox="1"/>
          <p:nvPr/>
        </p:nvSpPr>
        <p:spPr>
          <a:xfrm>
            <a:off x="9482328" y="3429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35 %</a:t>
            </a:r>
            <a:endParaRPr lang="en-US" sz="2800"/>
          </a:p>
        </p:txBody>
      </p:sp>
      <p:sp>
        <p:nvSpPr>
          <p:cNvPr id="17" name="pstat label 3"/>
          <p:cNvSpPr txBox="1"/>
          <p:nvPr/>
        </p:nvSpPr>
        <p:spPr>
          <a:xfrm>
            <a:off x="9482328" y="3959352"/>
            <a:ext cx="1965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people quoted by SINC are women (press releases: 38 %)</a:t>
            </a:r>
          </a:p>
        </p:txBody>
      </p:sp>
      <p:sp>
        <p:nvSpPr>
          <p:cNvPr id="19" name="distribution slot text"/>
          <p:cNvSpPr txBox="1"/>
          <p:nvPr/>
        </p:nvSpPr>
        <p:spPr>
          <a:xfrm>
            <a:off x="6908800" y="4989417"/>
            <a:ext cx="4686300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topic (D1)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speak most in </a:t>
            </a:r>
            <a:r>
              <a:rPr lang="en-US" sz="14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(44 %)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least in </a:t>
            </a:r>
            <a:r>
              <a:rPr lang="en-US" sz="1400" b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epidemiology and internal medicine (28–31 %)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spcBef>
                <a:spcPts val="300"/>
              </a:spcBef>
              <a:buNone/>
            </a:pPr>
            <a:endParaRPr lang="en-US" sz="1100">
              <a:solidFill>
                <a:schemeClr val="accent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30" name="roles label"/>
          <p:cNvSpPr txBox="1"/>
          <p:nvPr/>
        </p:nvSpPr>
        <p:spPr>
          <a:xfrm>
            <a:off x="546100" y="1778000"/>
            <a:ext cx="60325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by role in the article (R2)</a:t>
            </a:r>
          </a:p>
          <a:p>
            <a:pPr marL="0" indent="0">
              <a:buNone/>
            </a:pPr>
            <a:r>
              <a:rPr lang="en-US" sz="12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values; only the roles the evaluation can confirm</a:t>
            </a:r>
          </a:p>
        </p:txBody>
      </p:sp>
      <p:sp>
        <p:nvSpPr>
          <p:cNvPr id="31" name="unreliable roles"/>
          <p:cNvSpPr txBox="1"/>
          <p:nvPr/>
        </p:nvSpPr>
        <p:spPr>
          <a:xfrm>
            <a:off x="546100" y="4470400"/>
            <a:ext cx="6032500" cy="50470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300" b="1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shown: </a:t>
            </a:r>
            <a:r>
              <a:rPr lang="en-US" sz="13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expert, patient or witness, other. On the test set the LLM recognises only 42 % of external experts, and the other two roles are too rare to evaluate.</a:t>
            </a:r>
          </a:p>
        </p:txBody>
      </p:sp>
      <p:sp>
        <p:nvSpPr>
          <p:cNvPr id="32" name="leaders footnote"/>
          <p:cNvSpPr txBox="1"/>
          <p:nvPr/>
        </p:nvSpPr>
        <p:spPr>
          <a:xfrm>
            <a:off x="546100" y="4960587"/>
            <a:ext cx="6032500" cy="39023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1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Study leaders not yet confirmed: interval 19–54 %. The LLM measures 29 % but underestimates women more among leaders. Only explicit wording counts as leading a study (lidera, dirige, coordina).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="548640" y="2362200"/>
          <a:ext cx="6032500" cy="1993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585188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Gender perspective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shapes what we measure, how we infer it and how we read the results</a:t>
            </a:r>
            <a:endParaRPr lang="en-US" sz="1700"/>
          </a:p>
        </p:txBody>
      </p:sp>
      <p:sp>
        <p:nvSpPr>
          <p:cNvPr id="4" name="gender card 0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gender icon 0 circle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gender icon 0 glyp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03120"/>
            <a:ext cx="274320" cy="274320"/>
          </a:xfrm>
          <a:prstGeom prst="rect">
            <a:avLst/>
          </a:prstGeom>
        </p:spPr>
      </p:pic>
      <p:sp>
        <p:nvSpPr>
          <p:cNvPr id="7" name="gender text 0"/>
          <p:cNvSpPr txBox="1"/>
          <p:nvPr/>
        </p:nvSpPr>
        <p:spPr>
          <a:xfrm>
            <a:off x="1508760" y="192024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head counts</a:t>
            </a:r>
            <a:endParaRPr lang="en-US" sz="1700"/>
          </a:p>
          <a:p>
            <a:pPr marL="0" indent="0">
              <a:spcAft>
                <a:spcPts val="300"/>
              </a:spcAft>
              <a:buNone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 at the subtle ways women can be made less visible: who speaks first, the role they are given, who leads the study and whether they are introduced with their credentials.</a:t>
            </a:r>
            <a:endParaRPr lang="en-US" sz="1700"/>
          </a:p>
        </p:txBody>
      </p:sp>
      <p:sp>
        <p:nvSpPr>
          <p:cNvPr id="8" name="gender card 1"/>
          <p:cNvSpPr/>
          <p:nvPr/>
        </p:nvSpPr>
        <p:spPr>
          <a:xfrm>
            <a:off x="617220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gender icon 1 circle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0" name="gender icon 1 glyp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2103120"/>
            <a:ext cx="274320" cy="274320"/>
          </a:xfrm>
          <a:prstGeom prst="rect">
            <a:avLst/>
          </a:prstGeom>
        </p:spPr>
      </p:pic>
      <p:sp>
        <p:nvSpPr>
          <p:cNvPr id="11" name="gender text 1"/>
          <p:cNvSpPr txBox="1"/>
          <p:nvPr/>
        </p:nvSpPr>
        <p:spPr>
          <a:xfrm>
            <a:off x="7132320" y="1949928"/>
            <a:ext cx="4317472" cy="1084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text, never from the name</a:t>
            </a:r>
            <a:endParaRPr lang="en-US" sz="1700"/>
          </a:p>
          <a:p>
            <a:pPr marL="0" indent="0">
              <a:spcAft>
                <a:spcPts val="300"/>
              </a:spcAft>
              <a:buNone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grammar counts: articles and endings such as “la investigadora” or “el jefe de servicio”. No names, photos or outside knowledge.</a:t>
            </a:r>
            <a:endParaRPr lang="en-US" sz="1700"/>
          </a:p>
        </p:txBody>
      </p:sp>
      <p:sp>
        <p:nvSpPr>
          <p:cNvPr id="12" name="gender card 2"/>
          <p:cNvSpPr/>
          <p:nvPr/>
        </p:nvSpPr>
        <p:spPr>
          <a:xfrm>
            <a:off x="548640" y="361188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gender icon 2 circle"/>
          <p:cNvSpPr/>
          <p:nvPr/>
        </p:nvSpPr>
        <p:spPr>
          <a:xfrm>
            <a:off x="777240" y="38404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gender icon 2 glyp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977640"/>
            <a:ext cx="274320" cy="274320"/>
          </a:xfrm>
          <a:prstGeom prst="rect">
            <a:avLst/>
          </a:prstGeom>
        </p:spPr>
      </p:pic>
      <p:sp>
        <p:nvSpPr>
          <p:cNvPr id="15" name="gender text 2"/>
          <p:cNvSpPr txBox="1"/>
          <p:nvPr/>
        </p:nvSpPr>
        <p:spPr>
          <a:xfrm>
            <a:off x="1508760" y="3824448"/>
            <a:ext cx="4327368" cy="1193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“Unknown” when the text is silent</a:t>
            </a:r>
            <a:endParaRPr lang="en-US" sz="1700"/>
          </a:p>
          <a:p>
            <a:pPr marL="0" indent="0">
              <a:spcAft>
                <a:spcPts val="300"/>
              </a:spcAft>
              <a:buNone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“periodista Ana López” → unknown (no article). </a:t>
            </a:r>
          </a:p>
          <a:p>
            <a:pPr marL="0" indent="0">
              <a:spcAft>
                <a:spcPts val="300"/>
              </a:spcAft>
              <a:buNone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r>
              <a:rPr lang="es-E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investigadores Pérez y García”</a:t>
            </a: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unknown: Spanish uses the masculine plural for mixed groups too.</a:t>
            </a:r>
          </a:p>
          <a:p>
            <a:pPr marL="0" indent="0">
              <a:spcAft>
                <a:spcPts val="300"/>
              </a:spcAft>
              <a:buNone/>
            </a:pPr>
            <a:endParaRPr lang="en-US" sz="1700"/>
          </a:p>
        </p:txBody>
      </p:sp>
      <p:sp>
        <p:nvSpPr>
          <p:cNvPr id="16" name="gender card 3"/>
          <p:cNvSpPr/>
          <p:nvPr/>
        </p:nvSpPr>
        <p:spPr>
          <a:xfrm>
            <a:off x="6172200" y="3611880"/>
            <a:ext cx="5440680" cy="164592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gender icon 3 circle"/>
          <p:cNvSpPr/>
          <p:nvPr/>
        </p:nvSpPr>
        <p:spPr>
          <a:xfrm>
            <a:off x="6400800" y="3840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gender icon 3 glyph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3977640"/>
            <a:ext cx="274320" cy="274320"/>
          </a:xfrm>
          <a:prstGeom prst="rect">
            <a:avLst/>
          </a:prstGeom>
        </p:spPr>
      </p:pic>
      <p:sp>
        <p:nvSpPr>
          <p:cNvPr id="19" name="gender text 3"/>
          <p:cNvSpPr txBox="1"/>
          <p:nvPr/>
        </p:nvSpPr>
        <p:spPr>
          <a:xfrm>
            <a:off x="7132320" y="3774967"/>
            <a:ext cx="4317472" cy="1411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comparison</a:t>
            </a:r>
            <a:endParaRPr lang="en-US" sz="1700"/>
          </a:p>
          <a:p>
            <a:pPr>
              <a:spcAft>
                <a:spcPts val="300"/>
              </a:spcAft>
            </a:pPr>
            <a:r>
              <a:rPr lang="en-US" sz="1500">
                <a:ea typeface="+mn-lt"/>
                <a:cs typeface="+mn-lt"/>
              </a:rPr>
              <a:t>We don’t compare only with 50 %. We compare with the real share of women in Spanish research: 39.6 % across all fields (</a:t>
            </a:r>
            <a:r>
              <a:rPr lang="en-US" sz="1500" err="1">
                <a:ea typeface="+mn-lt"/>
                <a:cs typeface="+mn-lt"/>
              </a:rPr>
              <a:t>Científicas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en</a:t>
            </a:r>
            <a:r>
              <a:rPr lang="en-US" sz="1500">
                <a:ea typeface="+mn-lt"/>
                <a:cs typeface="+mn-lt"/>
              </a:rPr>
              <a:t> </a:t>
            </a:r>
            <a:r>
              <a:rPr lang="en-US" sz="1500" err="1">
                <a:ea typeface="+mn-lt"/>
                <a:cs typeface="+mn-lt"/>
              </a:rPr>
              <a:t>Cifras</a:t>
            </a:r>
            <a:r>
              <a:rPr lang="en-US" sz="1500">
                <a:ea typeface="+mn-lt"/>
                <a:cs typeface="+mn-lt"/>
              </a:rPr>
              <a:t> 2025) and 54 % in medical and health sciences (Eurostat 2023).</a:t>
            </a:r>
            <a:endParaRPr lang="en-US" sz="1500">
              <a:ea typeface="Calibri"/>
              <a:cs typeface="Calibri"/>
            </a:endParaRPr>
          </a:p>
        </p:txBody>
      </p:sp>
      <p:sp>
        <p:nvSpPr>
          <p:cNvPr id="20" name="limit pill"/>
          <p:cNvSpPr/>
          <p:nvPr/>
        </p:nvSpPr>
        <p:spPr>
          <a:xfrm>
            <a:off x="548640" y="5532120"/>
            <a:ext cx="11064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limit text"/>
          <p:cNvSpPr txBox="1"/>
          <p:nvPr/>
        </p:nvSpPr>
        <p:spPr>
          <a:xfrm>
            <a:off x="777240" y="55321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 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grammar is binary: we record the gender the text attributes to a person, not their gender identity.</a:t>
            </a:r>
            <a:endParaRPr lang="en-US" sz="14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325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Ethics, law and risks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Framework: EU Ethics Guidelines for Trustworthy AI, GDPR and the EU AI Act</a:t>
            </a:r>
            <a:endParaRPr lang="en-US" sz="1700"/>
          </a:p>
        </p:txBody>
      </p:sp>
      <p:sp>
        <p:nvSpPr>
          <p:cNvPr id="4" name="legal head"/>
          <p:cNvSpPr txBox="1"/>
          <p:nvPr/>
        </p:nvSpPr>
        <p:spPr>
          <a:xfrm>
            <a:off x="54864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compliance</a:t>
            </a:r>
            <a:endParaRPr lang="en-US" sz="1800"/>
          </a:p>
        </p:txBody>
      </p:sp>
      <p:sp>
        <p:nvSpPr>
          <p:cNvPr id="5" name="legal card 0"/>
          <p:cNvSpPr/>
          <p:nvPr/>
        </p:nvSpPr>
        <p:spPr>
          <a:xfrm>
            <a:off x="548640" y="2148840"/>
            <a:ext cx="5212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legal text 0"/>
          <p:cNvSpPr txBox="1"/>
          <p:nvPr/>
        </p:nvSpPr>
        <p:spPr>
          <a:xfrm>
            <a:off x="731520" y="2176272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data  </a:t>
            </a:r>
            <a:r>
              <a:rPr lang="en-US" sz="125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of quoted people are personal data (GDPR, LOPDGDD). Legal basis: legitimate interest for research on gender equality (art. 6.1.f), with art. 89 safeguards.</a:t>
            </a:r>
            <a:endParaRPr lang="en-US" sz="1250"/>
          </a:p>
        </p:txBody>
      </p:sp>
      <p:sp>
        <p:nvSpPr>
          <p:cNvPr id="7" name="legal card 1"/>
          <p:cNvSpPr/>
          <p:nvPr/>
        </p:nvSpPr>
        <p:spPr>
          <a:xfrm>
            <a:off x="548640" y="2953512"/>
            <a:ext cx="5212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legal text 1"/>
          <p:cNvSpPr txBox="1"/>
          <p:nvPr/>
        </p:nvSpPr>
        <p:spPr>
          <a:xfrm>
            <a:off x="731520" y="2980944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  </a:t>
            </a:r>
            <a:r>
              <a:rPr lang="en-US" sz="125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aggregate metrics are published. Names, annotations and extracted mentions stay private and are kept only as long as the research needs them.</a:t>
            </a:r>
            <a:endParaRPr lang="en-US" sz="1250"/>
          </a:p>
        </p:txBody>
      </p:sp>
      <p:sp>
        <p:nvSpPr>
          <p:cNvPr id="9" name="legal card 2"/>
          <p:cNvSpPr/>
          <p:nvPr/>
        </p:nvSpPr>
        <p:spPr>
          <a:xfrm>
            <a:off x="548640" y="3758184"/>
            <a:ext cx="5212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legal text 2"/>
          <p:cNvSpPr txBox="1"/>
          <p:nvPr/>
        </p:nvSpPr>
        <p:spPr>
          <a:xfrm>
            <a:off x="731520" y="3785616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 </a:t>
            </a:r>
            <a:r>
              <a:rPr lang="en-US" sz="125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never appear by name in any output: they are only counted (GDPR art. 9).</a:t>
            </a:r>
            <a:endParaRPr lang="en-US" sz="1250"/>
          </a:p>
        </p:txBody>
      </p:sp>
      <p:sp>
        <p:nvSpPr>
          <p:cNvPr id="11" name="legal card 3"/>
          <p:cNvSpPr/>
          <p:nvPr/>
        </p:nvSpPr>
        <p:spPr>
          <a:xfrm>
            <a:off x="548640" y="4562856"/>
            <a:ext cx="5212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legal text 3"/>
          <p:cNvSpPr txBox="1"/>
          <p:nvPr/>
        </p:nvSpPr>
        <p:spPr>
          <a:xfrm>
            <a:off x="731520" y="4590288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 </a:t>
            </a:r>
            <a:r>
              <a:rPr lang="en-US" sz="125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 content is CC BY 4.0: SINC and authors are cited; the repository holds code, URLs and metrics, not the texts. robots.txt respected.</a:t>
            </a:r>
            <a:endParaRPr lang="en-US" sz="1250"/>
          </a:p>
        </p:txBody>
      </p:sp>
      <p:sp>
        <p:nvSpPr>
          <p:cNvPr id="13" name="legal card 4"/>
          <p:cNvSpPr/>
          <p:nvPr/>
        </p:nvSpPr>
        <p:spPr>
          <a:xfrm>
            <a:off x="548640" y="5367528"/>
            <a:ext cx="521208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legal text 4"/>
          <p:cNvSpPr txBox="1"/>
          <p:nvPr/>
        </p:nvSpPr>
        <p:spPr>
          <a:xfrm>
            <a:off x="731520" y="5394960"/>
            <a:ext cx="4892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Act  </a:t>
            </a:r>
            <a:r>
              <a:rPr lang="en-US" sz="125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analysis, run on our own server. No decisions about people: minimal risk.</a:t>
            </a:r>
            <a:endParaRPr lang="en-US" sz="1250"/>
          </a:p>
        </p:txBody>
      </p:sp>
      <p:sp>
        <p:nvSpPr>
          <p:cNvPr id="15" name="risk head"/>
          <p:cNvSpPr txBox="1"/>
          <p:nvPr/>
        </p:nvSpPr>
        <p:spPr>
          <a:xfrm>
            <a:off x="6080760" y="1691640"/>
            <a:ext cx="5532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risks and how we reduce them</a:t>
            </a:r>
            <a:endParaRPr lang="en-US" sz="1800"/>
          </a:p>
        </p:txBody>
      </p:sp>
      <p:graphicFrame>
        <p:nvGraphicFramePr>
          <p:cNvPr id="16" name="risk table"/>
          <p:cNvGraphicFramePr>
            <a:graphicFrameLocks noGrp="1"/>
          </p:cNvGraphicFramePr>
          <p:nvPr/>
        </p:nvGraphicFramePr>
        <p:xfrm>
          <a:off x="6080760" y="2148840"/>
          <a:ext cx="5532120" cy="3968496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principle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errors or invented quotes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Word-for-word check; error measured on unseen articles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Robustness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gender attributed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evidence only; “unknown” by default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Exposing individuals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aggregates; no per-person gender labels published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results to judge people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group comparisons; editors decide, no automatic action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oversight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Black-box results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code, prompt and guidelines; errors shown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tx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Over-reading small groups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error and “unknown”; flag rare roles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chemeClr val="accent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Accountability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69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and reproducible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rerun the whole analysis, change the model or apply it to another source</a:t>
            </a:r>
            <a:endParaRPr lang="en-US" sz="1700"/>
          </a:p>
        </p:txBody>
      </p:sp>
      <p:sp>
        <p:nvSpPr>
          <p:cNvPr id="4" name="os icon 0 circle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os icon 0 glyp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874520"/>
            <a:ext cx="274320" cy="274320"/>
          </a:xfrm>
          <a:prstGeom prst="rect">
            <a:avLst/>
          </a:prstGeom>
        </p:spPr>
      </p:pic>
      <p:sp>
        <p:nvSpPr>
          <p:cNvPr id="6" name="os text 0"/>
          <p:cNvSpPr txBox="1"/>
          <p:nvPr/>
        </p:nvSpPr>
        <p:spPr>
          <a:xfrm>
            <a:off x="1280160" y="1691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Apache-2.0 licence</a:t>
            </a:r>
            <a:endParaRPr lang="en-US" sz="16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in the Comunidad IA de Código Abierto GitHub organisation</a:t>
            </a:r>
            <a:endParaRPr lang="en-US" sz="1600"/>
          </a:p>
        </p:txBody>
      </p:sp>
      <p:sp>
        <p:nvSpPr>
          <p:cNvPr id="7" name="os icon 1 circle"/>
          <p:cNvSpPr/>
          <p:nvPr/>
        </p:nvSpPr>
        <p:spPr>
          <a:xfrm>
            <a:off x="548640" y="26243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8" name="os icon 1 glyp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761488"/>
            <a:ext cx="274320" cy="274320"/>
          </a:xfrm>
          <a:prstGeom prst="rect">
            <a:avLst/>
          </a:prstGeom>
        </p:spPr>
      </p:pic>
      <p:sp>
        <p:nvSpPr>
          <p:cNvPr id="9" name="os text 1"/>
          <p:cNvSpPr txBox="1"/>
          <p:nvPr/>
        </p:nvSpPr>
        <p:spPr>
          <a:xfrm>
            <a:off x="1280160" y="2578608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</a:t>
            </a:r>
            <a:endParaRPr lang="en-US" sz="16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requirements, fixed random seed, temperature 0, cached LLM responses</a:t>
            </a:r>
            <a:endParaRPr lang="en-US" sz="1600"/>
          </a:p>
        </p:txBody>
      </p:sp>
      <p:sp>
        <p:nvSpPr>
          <p:cNvPr id="10" name="os icon 2 circle"/>
          <p:cNvSpPr/>
          <p:nvPr/>
        </p:nvSpPr>
        <p:spPr>
          <a:xfrm>
            <a:off x="548640" y="35112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os icon 2 glyp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648456"/>
            <a:ext cx="274320" cy="274320"/>
          </a:xfrm>
          <a:prstGeom prst="rect">
            <a:avLst/>
          </a:prstGeom>
        </p:spPr>
      </p:pic>
      <p:sp>
        <p:nvSpPr>
          <p:cNvPr id="12" name="os text 2"/>
          <p:cNvSpPr txBox="1"/>
          <p:nvPr/>
        </p:nvSpPr>
        <p:spPr>
          <a:xfrm>
            <a:off x="1280160" y="3465576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</a:t>
            </a:r>
            <a:endParaRPr lang="en-US" sz="16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base_url and model in config.yaml: works with any OpenAI-compatible API</a:t>
            </a:r>
            <a:endParaRPr lang="en-US" sz="1600"/>
          </a:p>
        </p:txBody>
      </p:sp>
      <p:sp>
        <p:nvSpPr>
          <p:cNvPr id="13" name="os icon 3 circle"/>
          <p:cNvSpPr/>
          <p:nvPr/>
        </p:nvSpPr>
        <p:spPr>
          <a:xfrm>
            <a:off x="548640" y="439826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4" name="os icon 3 glyph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535424"/>
            <a:ext cx="274320" cy="274320"/>
          </a:xfrm>
          <a:prstGeom prst="rect">
            <a:avLst/>
          </a:prstGeom>
        </p:spPr>
      </p:pic>
      <p:sp>
        <p:nvSpPr>
          <p:cNvPr id="15" name="os text 3"/>
          <p:cNvSpPr txBox="1"/>
          <p:nvPr/>
        </p:nvSpPr>
        <p:spPr>
          <a:xfrm>
            <a:off x="1280160" y="4352544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by default</a:t>
            </a:r>
            <a:endParaRPr lang="en-US" sz="1600"/>
          </a:p>
          <a:p>
            <a:r>
              <a:rPr lang="en-US" sz="1400">
                <a:latin typeface="Calibri" pitchFamily="34" charset="0"/>
                <a:ea typeface="Calibri" pitchFamily="34" charset="-122"/>
                <a:cs typeface="Calibri" pitchFamily="34" charset="-120"/>
              </a:rPr>
              <a:t>qwen3.8:27b</a:t>
            </a: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(Apache 2.0) </a:t>
            </a:r>
            <a:endParaRPr lang="en-US" sz="1600"/>
          </a:p>
        </p:txBody>
      </p:sp>
      <p:sp>
        <p:nvSpPr>
          <p:cNvPr id="16" name="os icon 4 circle"/>
          <p:cNvSpPr/>
          <p:nvPr/>
        </p:nvSpPr>
        <p:spPr>
          <a:xfrm>
            <a:off x="548640" y="528523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os icon 4 glyph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422392"/>
            <a:ext cx="274320" cy="274320"/>
          </a:xfrm>
          <a:prstGeom prst="rect">
            <a:avLst/>
          </a:prstGeom>
        </p:spPr>
      </p:pic>
      <p:sp>
        <p:nvSpPr>
          <p:cNvPr id="18" name="os text 4"/>
          <p:cNvSpPr txBox="1"/>
          <p:nvPr/>
        </p:nvSpPr>
        <p:spPr>
          <a:xfrm>
            <a:off x="1280160" y="5239512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600"/>
          </a:p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installation, usage, third-party components and their licences</a:t>
            </a:r>
            <a:endParaRPr lang="en-US" sz="1600"/>
          </a:p>
        </p:txBody>
      </p:sp>
      <p:sp>
        <p:nvSpPr>
          <p:cNvPr id="19" name="pub card 0"/>
          <p:cNvSpPr/>
          <p:nvPr/>
        </p:nvSpPr>
        <p:spPr>
          <a:xfrm>
            <a:off x="7040880" y="1737360"/>
            <a:ext cx="2194560" cy="3154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pub head 0"/>
          <p:cNvSpPr txBox="1"/>
          <p:nvPr/>
        </p:nvSpPr>
        <p:spPr>
          <a:xfrm>
            <a:off x="722376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700"/>
          </a:p>
        </p:txBody>
      </p:sp>
      <p:sp>
        <p:nvSpPr>
          <p:cNvPr id="21" name="pub list 0"/>
          <p:cNvSpPr txBox="1"/>
          <p:nvPr/>
        </p:nvSpPr>
        <p:spPr>
          <a:xfrm>
            <a:off x="7223760" y="2377440"/>
            <a:ext cx="1874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and prompts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 guidelines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URLs and metadata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metrics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report</a:t>
            </a:r>
            <a:endParaRPr lang="en-US" sz="1400"/>
          </a:p>
        </p:txBody>
      </p:sp>
      <p:sp>
        <p:nvSpPr>
          <p:cNvPr id="22" name="pub card 1"/>
          <p:cNvSpPr/>
          <p:nvPr/>
        </p:nvSpPr>
        <p:spPr>
          <a:xfrm>
            <a:off x="9372600" y="1737360"/>
            <a:ext cx="2194560" cy="3154680"/>
          </a:xfrm>
          <a:prstGeom prst="roundRect">
            <a:avLst>
              <a:gd name="adj" fmla="val 5000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pub head 1"/>
          <p:cNvSpPr txBox="1"/>
          <p:nvPr/>
        </p:nvSpPr>
        <p:spPr>
          <a:xfrm>
            <a:off x="9555480" y="1874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private</a:t>
            </a:r>
            <a:endParaRPr lang="en-US" sz="1700"/>
          </a:p>
        </p:txBody>
      </p:sp>
      <p:sp>
        <p:nvSpPr>
          <p:cNvPr id="24" name="pub list 1"/>
          <p:cNvSpPr txBox="1"/>
          <p:nvPr/>
        </p:nvSpPr>
        <p:spPr>
          <a:xfrm>
            <a:off x="9555480" y="2377440"/>
            <a:ext cx="18745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article texts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annotations</a:t>
            </a:r>
            <a:endParaRPr lang="en-US" sz="14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names and mentions</a:t>
            </a:r>
            <a:endParaRPr lang="en-US" sz="1400"/>
          </a:p>
        </p:txBody>
      </p:sp>
      <p:sp>
        <p:nvSpPr>
          <p:cNvPr id="25" name="why private card"/>
          <p:cNvSpPr/>
          <p:nvPr/>
        </p:nvSpPr>
        <p:spPr>
          <a:xfrm>
            <a:off x="7040880" y="5120640"/>
            <a:ext cx="452628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why private text"/>
          <p:cNvSpPr txBox="1"/>
          <p:nvPr/>
        </p:nvSpPr>
        <p:spPr>
          <a:xfrm>
            <a:off x="7223760" y="5120640"/>
            <a:ext cx="4206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 </a:t>
            </a:r>
            <a:r>
              <a:rPr lang="en-US" sz="13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 4.0 does not allow republishing SINC’s texts in bulk, and the names of quoted people are personal data.</a:t>
            </a:r>
            <a:endParaRPr lang="en-US" sz="130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production</a:t>
            </a:r>
            <a:endParaRPr lang="en-US" sz="34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02412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challenge prototype to a monthly source-parity indicator for public science news</a:t>
            </a:r>
            <a:endParaRPr lang="en-US" sz="1700"/>
          </a:p>
        </p:txBody>
      </p:sp>
      <p:sp>
        <p:nvSpPr>
          <p:cNvPr id="4" name="phase card 0"/>
          <p:cNvSpPr/>
          <p:nvPr/>
        </p:nvSpPr>
        <p:spPr>
          <a:xfrm>
            <a:off x="548640" y="1737360"/>
            <a:ext cx="34290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phase icon 0 circle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phase icon 0 glyph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phase head 0"/>
          <p:cNvSpPr txBox="1"/>
          <p:nvPr/>
        </p:nvSpPr>
        <p:spPr>
          <a:xfrm>
            <a:off x="146304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/>
          </a:p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100"/>
          </a:p>
        </p:txBody>
      </p:sp>
      <p:sp>
        <p:nvSpPr>
          <p:cNvPr id="8" name="phase text 0"/>
          <p:cNvSpPr txBox="1"/>
          <p:nvPr/>
        </p:nvSpPr>
        <p:spPr>
          <a:xfrm>
            <a:off x="777240" y="2651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1,894 articles, 2008–2026, evaluated against human annotation; local dashboard.</a:t>
            </a:r>
            <a:endParaRPr lang="en-US" sz="1400"/>
          </a:p>
        </p:txBody>
      </p:sp>
      <p:sp>
        <p:nvSpPr>
          <p:cNvPr id="9" name="phase arrow 0"/>
          <p:cNvSpPr/>
          <p:nvPr/>
        </p:nvSpPr>
        <p:spPr>
          <a:xfrm>
            <a:off x="4041648" y="2578608"/>
            <a:ext cx="256032" cy="32918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phase card 1"/>
          <p:cNvSpPr/>
          <p:nvPr/>
        </p:nvSpPr>
        <p:spPr>
          <a:xfrm>
            <a:off x="4343400" y="1737360"/>
            <a:ext cx="34290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phase icon 1 circle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phase icon 1 glyph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057400"/>
            <a:ext cx="274320" cy="274320"/>
          </a:xfrm>
          <a:prstGeom prst="rect">
            <a:avLst/>
          </a:prstGeom>
        </p:spPr>
      </p:pic>
      <p:sp>
        <p:nvSpPr>
          <p:cNvPr id="13" name="phase head 1"/>
          <p:cNvSpPr txBox="1"/>
          <p:nvPr/>
        </p:nvSpPr>
        <p:spPr>
          <a:xfrm>
            <a:off x="525780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/>
          </a:p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run at SINC</a:t>
            </a:r>
            <a:endParaRPr lang="en-US" sz="1100"/>
          </a:p>
        </p:txBody>
      </p:sp>
      <p:sp>
        <p:nvSpPr>
          <p:cNvPr id="14" name="phase text 1"/>
          <p:cNvSpPr txBox="1"/>
          <p:nvPr/>
        </p:nvSpPr>
        <p:spPr>
          <a:xfrm>
            <a:off x="4572000" y="2651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 on an EU cloud instance, open-model endpoint, public dashboard of aggregates.</a:t>
            </a:r>
            <a:endParaRPr lang="en-US" sz="1400"/>
          </a:p>
        </p:txBody>
      </p:sp>
      <p:sp>
        <p:nvSpPr>
          <p:cNvPr id="15" name="phase arrow 1"/>
          <p:cNvSpPr/>
          <p:nvPr/>
        </p:nvSpPr>
        <p:spPr>
          <a:xfrm>
            <a:off x="7836408" y="2578608"/>
            <a:ext cx="256032" cy="329184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phase card 2"/>
          <p:cNvSpPr/>
          <p:nvPr/>
        </p:nvSpPr>
        <p:spPr>
          <a:xfrm>
            <a:off x="8138160" y="1737360"/>
            <a:ext cx="3429000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rgbClr val="DCD6F0"/>
            </a:solidFill>
            <a:prstDash val="solid"/>
          </a:ln>
          <a:effectLst>
            <a:outerShdw blurRad="101600" dist="25400" dir="5400000" algn="bl" rotWithShape="0">
              <a:srgbClr val="2B1F5C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phase icon 2 circle"/>
          <p:cNvSpPr/>
          <p:nvPr/>
        </p:nvSpPr>
        <p:spPr>
          <a:xfrm>
            <a:off x="8366760" y="19202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phase icon 2 glyph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2057400"/>
            <a:ext cx="274320" cy="274320"/>
          </a:xfrm>
          <a:prstGeom prst="rect">
            <a:avLst/>
          </a:prstGeom>
        </p:spPr>
      </p:pic>
      <p:sp>
        <p:nvSpPr>
          <p:cNvPr id="19" name="phase head 2"/>
          <p:cNvSpPr txBox="1"/>
          <p:nvPr/>
        </p:nvSpPr>
        <p:spPr>
          <a:xfrm>
            <a:off x="9052560" y="190195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>
                <a:solidFill>
                  <a:schemeClr val="accent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100"/>
          </a:p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/>
          </a:p>
        </p:txBody>
      </p:sp>
      <p:sp>
        <p:nvSpPr>
          <p:cNvPr id="20" name="phase text 2"/>
          <p:cNvSpPr txBox="1"/>
          <p:nvPr/>
        </p:nvSpPr>
        <p:spPr>
          <a:xfrm>
            <a:off x="8366760" y="265176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SINC sections, other open-licence media or media with an agreement, and audio (podcasts).</a:t>
            </a:r>
            <a:endParaRPr lang="en-US" sz="1400"/>
          </a:p>
        </p:txBody>
      </p:sp>
      <p:sp>
        <p:nvSpPr>
          <p:cNvPr id="21" name="permissions card"/>
          <p:cNvSpPr/>
          <p:nvPr/>
        </p:nvSpPr>
        <p:spPr>
          <a:xfrm>
            <a:off x="548640" y="4069080"/>
            <a:ext cx="6949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perm head"/>
          <p:cNvSpPr txBox="1"/>
          <p:nvPr/>
        </p:nvSpPr>
        <p:spPr>
          <a:xfrm>
            <a:off x="777240" y="420624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agreements needed</a:t>
            </a:r>
            <a:endParaRPr lang="en-US" sz="1700"/>
          </a:p>
        </p:txBody>
      </p:sp>
      <p:sp>
        <p:nvSpPr>
          <p:cNvPr id="23" name="perm bullets"/>
          <p:cNvSpPr txBox="1"/>
          <p:nvPr/>
        </p:nvSpPr>
        <p:spPr>
          <a:xfrm>
            <a:off x="777240" y="466344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SINC / FECYT: use as an internal indicator and regular collection</a:t>
            </a:r>
            <a:endParaRPr lang="en-US" sz="15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Data-protection review with the data controller before going public</a:t>
            </a:r>
            <a:endParaRPr lang="en-US" sz="15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check (or agreement) for every new media source</a:t>
            </a:r>
            <a:endParaRPr lang="en-US" sz="150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rules of use: aggregates only, no rankings of people</a:t>
            </a:r>
            <a:endParaRPr lang="en-US" sz="1500"/>
          </a:p>
        </p:txBody>
      </p:sp>
      <p:sp>
        <p:nvSpPr>
          <p:cNvPr id="24" name="cost slot"/>
          <p:cNvSpPr/>
          <p:nvPr/>
        </p:nvSpPr>
        <p:spPr>
          <a:xfrm>
            <a:off x="7772400" y="4069080"/>
            <a:ext cx="3840480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 w="6350">
            <a:solidFill>
              <a:schemeClr val="accent1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5" name="cost slot text"/>
          <p:cNvSpPr txBox="1"/>
          <p:nvPr/>
        </p:nvSpPr>
        <p:spPr>
          <a:xfrm>
            <a:off x="7909560" y="4142232"/>
            <a:ext cx="3566160" cy="20025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noAutofit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COST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$0.20 per month</a:t>
            </a:r>
          </a:p>
          <a:p>
            <a:pPr marL="0" indent="0" algn="l"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SINC Health today (about 40 articles a month)</a:t>
            </a:r>
          </a:p>
          <a:p>
            <a:pPr marL="0" indent="0" algn="l">
              <a:spcBef>
                <a:spcPts val="600"/>
              </a:spcBef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4,600 tokens per article (4,050 in, 520 out): $0.5–3.5 per 1,000 articles, depending on the endpoint</a:t>
            </a:r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7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400"/>
          </a:p>
        </p:txBody>
      </p:sp>
      <p:sp>
        <p:nvSpPr>
          <p:cNvPr id="3" name="challenge question"/>
          <p:cNvSpPr txBox="1"/>
          <p:nvPr/>
        </p:nvSpPr>
        <p:spPr>
          <a:xfrm>
            <a:off x="548640" y="1143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>
                <a:solidFill>
                  <a:srgbClr val="E4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metrics behave regarding the presence of women, and to what extent do they appear in leading roles?</a:t>
            </a:r>
            <a:endParaRPr lang="en-US" sz="1700"/>
          </a:p>
        </p:txBody>
      </p:sp>
      <p:sp>
        <p:nvSpPr>
          <p:cNvPr id="4" name="conclusion box 0"/>
          <p:cNvSpPr/>
          <p:nvPr/>
        </p:nvSpPr>
        <p:spPr>
          <a:xfrm>
            <a:off x="548640" y="1920240"/>
            <a:ext cx="7498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5" name="conclusion text 0"/>
          <p:cNvSpPr txBox="1"/>
          <p:nvPr/>
        </p:nvSpPr>
        <p:spPr>
          <a:xfrm>
            <a:off x="777240" y="192024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Presence   </a:t>
            </a:r>
            <a:r>
              <a:rPr lang="en-US" sz="14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Women are about </a:t>
            </a:r>
            <a:r>
              <a:rPr lang="en-US" sz="14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4 in 10</a:t>
            </a:r>
            <a:r>
              <a:rPr lang="en-US" sz="14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of the people mentioned (39 %) and quoted (40 %), up about 10 points since 2008–2013 and still </a:t>
            </a:r>
            <a:r>
              <a:rPr lang="en-US" sz="14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below parity</a:t>
            </a:r>
            <a:r>
              <a:rPr lang="en-US" sz="14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. Half the articles have no woman, as expected with so few voices per article.</a:t>
            </a:r>
          </a:p>
        </p:txBody>
      </p:sp>
      <p:sp>
        <p:nvSpPr>
          <p:cNvPr id="6" name="conclusion box 1"/>
          <p:cNvSpPr/>
          <p:nvPr/>
        </p:nvSpPr>
        <p:spPr>
          <a:xfrm>
            <a:off x="548640" y="2944368"/>
            <a:ext cx="7498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7" name="conclusion text 1"/>
          <p:cNvSpPr txBox="1"/>
          <p:nvPr/>
        </p:nvSpPr>
        <p:spPr>
          <a:xfrm>
            <a:off x="777240" y="2944368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1"/>
                </a:solidFill>
                <a:latin typeface="Calibri"/>
                <a:ea typeface="Calibri"/>
                <a:cs typeface="Calibri"/>
              </a:rPr>
              <a:t>Leading roles   </a:t>
            </a:r>
            <a:r>
              <a:rPr lang="en-US" sz="14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Women are 38 % of the first people quoted and of the study members: no drop in prominence, and </a:t>
            </a:r>
            <a:r>
              <a:rPr lang="en-US" sz="1400" b="1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credentials as often as men</a:t>
            </a:r>
            <a:r>
              <a:rPr lang="en-US" sz="14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 (97 % vs 98 %). </a:t>
            </a:r>
          </a:p>
        </p:txBody>
      </p:sp>
      <p:sp>
        <p:nvSpPr>
          <p:cNvPr id="8" name="conclusion box 2"/>
          <p:cNvSpPr/>
          <p:nvPr/>
        </p:nvSpPr>
        <p:spPr>
          <a:xfrm>
            <a:off x="548640" y="3968496"/>
            <a:ext cx="74980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9" name="conclusion text 2"/>
          <p:cNvSpPr txBox="1"/>
          <p:nvPr/>
        </p:nvSpPr>
        <p:spPr>
          <a:xfrm>
            <a:off x="777240" y="3968496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reliable   </a:t>
            </a:r>
            <a:r>
              <a:rPr lang="en-US" sz="140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unseen articles the system finds 96 % of the people, never swaps women and men, and underestimates women by 2–4 points: every result is corrected for it.</a:t>
            </a:r>
          </a:p>
        </p:txBody>
      </p:sp>
      <p:sp>
        <p:nvSpPr>
          <p:cNvPr id="10" name="limitations"/>
          <p:cNvSpPr txBox="1"/>
          <p:nvPr/>
        </p:nvSpPr>
        <p:spPr>
          <a:xfrm>
            <a:off x="548640" y="5074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2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500"/>
          </a:p>
          <a:p>
            <a:r>
              <a:rPr lang="en-US" sz="1400">
                <a:solidFill>
                  <a:srgbClr val="E4E0F5"/>
                </a:solidFill>
                <a:latin typeface="Calibri"/>
                <a:ea typeface="Calibri"/>
                <a:cs typeface="Calibri"/>
              </a:rPr>
              <a:t>Text only - binary grammatical gender - one source - 40 test articles - the correction assumes the test-set error holds for the whole corpus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1" name="next steps"/>
          <p:cNvSpPr txBox="1"/>
          <p:nvPr/>
        </p:nvSpPr>
        <p:spPr>
          <a:xfrm>
            <a:off x="4434840" y="50749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>
                <a:solidFill>
                  <a:srgbClr val="F2A7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u="sng">
              <a:ea typeface="Calibri"/>
              <a:cs typeface="Calibri"/>
            </a:endParaRPr>
          </a:p>
          <a:p>
            <a:r>
              <a:rPr lang="en-US" sz="1400">
                <a:solidFill>
                  <a:srgbClr val="E4E0F5"/>
                </a:solidFill>
                <a:latin typeface="Calibri"/>
                <a:ea typeface="Calibri"/>
                <a:cs typeface="Calibri"/>
              </a:rPr>
              <a:t>More annotated articles - other media sources</a:t>
            </a:r>
            <a:endParaRPr lang="en-US" sz="1500">
              <a:latin typeface="Calibri"/>
              <a:ea typeface="Calibri"/>
              <a:cs typeface="Calibri"/>
            </a:endParaRPr>
          </a:p>
        </p:txBody>
      </p:sp>
      <p:sp>
        <p:nvSpPr>
          <p:cNvPr id="12" name="closing card"/>
          <p:cNvSpPr/>
          <p:nvPr/>
        </p:nvSpPr>
        <p:spPr>
          <a:xfrm>
            <a:off x="8503920" y="1920240"/>
            <a:ext cx="3108960" cy="393192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closing badge" descr="/home/claude/deck/assets/im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204410"/>
            <a:ext cx="1188720" cy="1485900"/>
          </a:xfrm>
          <a:prstGeom prst="rect">
            <a:avLst/>
          </a:prstGeom>
        </p:spPr>
      </p:pic>
      <p:sp>
        <p:nvSpPr>
          <p:cNvPr id="14" name="closing team"/>
          <p:cNvSpPr txBox="1"/>
          <p:nvPr/>
        </p:nvSpPr>
        <p:spPr>
          <a:xfrm>
            <a:off x="8661400" y="3708090"/>
            <a:ext cx="28067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D204</a:t>
            </a:r>
            <a:endParaRPr lang="en-US" sz="2800"/>
          </a:p>
          <a:p>
            <a:pPr marL="0" indent="0" algn="ctr">
              <a:buNone/>
            </a:pP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LifeSTech</a:t>
            </a:r>
            <a:r>
              <a:rPr lang="en-US">
                <a:solidFill>
                  <a:schemeClr val="accent5"/>
                </a:solidFill>
                <a:latin typeface="Calibri"/>
                <a:ea typeface="Calibri"/>
                <a:cs typeface="Calibri"/>
              </a:rPr>
              <a:t> - UPM</a:t>
            </a:r>
            <a:endParaRPr lang="en-US" sz="2800">
              <a:solidFill>
                <a:schemeClr val="accent5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en-US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Gaia Volpi</a:t>
            </a:r>
          </a:p>
          <a:p>
            <a:pPr marL="0" indent="0" algn="ctr">
              <a:buNone/>
            </a:pPr>
            <a:r>
              <a:rPr lang="en-US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Tamara Al-Abbadi</a:t>
            </a:r>
          </a:p>
          <a:p>
            <a:pPr marL="0" indent="0" algn="ctr">
              <a:buNone/>
            </a:pPr>
            <a:r>
              <a:rPr lang="en-US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Giulia Garagozzo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9D4E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56347"/>
      </p:ext>
    </p:extLst>
  </p:cSld>
  <p:clrMapOvr>
    <a:masterClrMapping/>
  </p:clrMapOvr>
</p:sld>
</file>

<file path=ppt/theme/theme1.xml><?xml version="1.0" encoding="utf-8"?>
<a:theme xmlns:a="http://schemas.openxmlformats.org/drawingml/2006/main" name="D204 Reto Mujeres">
  <a:themeElements>
    <a:clrScheme name="D204 Reto Mujeres">
      <a:dk1>
        <a:srgbClr val="1F1A33"/>
      </a:dk1>
      <a:lt1>
        <a:srgbClr val="FFFFFF"/>
      </a:lt1>
      <a:dk2>
        <a:srgbClr val="2B1F5C"/>
      </a:dk2>
      <a:lt2>
        <a:srgbClr val="F1EEFA"/>
      </a:lt2>
      <a:accent1>
        <a:srgbClr val="5B4BA8"/>
      </a:accent1>
      <a:accent2>
        <a:srgbClr val="D93D74"/>
      </a:accent2>
      <a:accent3>
        <a:srgbClr val="3E8E8A"/>
      </a:accent3>
      <a:accent4>
        <a:srgbClr val="9CC8F0"/>
      </a:accent4>
      <a:accent5>
        <a:srgbClr val="6B6488"/>
      </a:accent5>
      <a:accent6>
        <a:srgbClr val="C98A00"/>
      </a:accent6>
      <a:hlink>
        <a:srgbClr val="5B4BA8"/>
      </a:hlink>
      <a:folHlink>
        <a:srgbClr val="6B6488"/>
      </a:folHlink>
    </a:clrScheme>
    <a:fontScheme name="D204 Reto Mujer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0725E56-0C9D-4981-971A-1B2DB677D809}">
  <we:reference id="WA200010725" version="1.0.0.1" store="Omex" storeType="OMEX"/>
  <we:alternateReferences>
    <we:reference id="WA200010725" version="1.0.0.1" store="WA200010725" storeType="OMEX"/>
  </we:alternateReferences>
  <we:properties>
    <we:property name="claude.fileId" value="&quot;9b75860d-465a-4337-8b42-187a585c9b8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D204 Reto Mujeres</vt:lpstr>
      <vt:lpstr>PowerPoint Presentation</vt:lpstr>
      <vt:lpstr>Who speaks as the expert in health news?</vt:lpstr>
      <vt:lpstr>What we measure</vt:lpstr>
      <vt:lpstr>Data: 1,894 SINC health articles</vt:lpstr>
      <vt:lpstr>How the system works</vt:lpstr>
      <vt:lpstr>Inside the AI step</vt:lpstr>
      <vt:lpstr>How we know it works</vt:lpstr>
      <vt:lpstr>Results: presence of women</vt:lpstr>
      <vt:lpstr>Results: leading roles</vt:lpstr>
      <vt:lpstr>Gender perspective</vt:lpstr>
      <vt:lpstr>Ethics, law and risks</vt:lpstr>
      <vt:lpstr>Open and reproducible</vt:lpstr>
      <vt:lpstr>Path to production</vt:lpstr>
      <vt:lpstr>Conclusions</vt:lpstr>
    </vt:vector>
  </TitlesOfParts>
  <Company>Life Supporting Technologies, UPM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¿Quién es experta en salud? — Team D204</dc:title>
  <dc:subject>PptxGenJS Presentation</dc:subject>
  <dc:creator>Team D204 (LST group, LifeSTech, UPM)</dc:creator>
  <cp:revision>1</cp:revision>
  <dcterms:created xsi:type="dcterms:W3CDTF">2026-10-29T12:47:30Z</dcterms:created>
  <dcterms:modified xsi:type="dcterms:W3CDTF">2026-10-29T21:36:39Z</dcterms:modified>
</cp:coreProperties>
</file>